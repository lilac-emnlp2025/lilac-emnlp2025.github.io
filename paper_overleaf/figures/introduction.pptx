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60" r:id="rId1"/>
  </p:sldMasterIdLst>
  <p:sldIdLst>
    <p:sldId id="258" r:id="rId2"/>
  </p:sldIdLst>
  <p:sldSz cx="12599988" cy="102600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F00"/>
    <a:srgbClr val="812CF0"/>
    <a:srgbClr val="0000FF"/>
    <a:srgbClr val="76A1F1"/>
    <a:srgbClr val="C6BEFA"/>
    <a:srgbClr val="C896E9"/>
    <a:srgbClr val="4576F9"/>
    <a:srgbClr val="AD33FF"/>
    <a:srgbClr val="C896EA"/>
    <a:srgbClr val="B7A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63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3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99" y="1679128"/>
            <a:ext cx="10709990" cy="3572005"/>
          </a:xfrm>
        </p:spPr>
        <p:txBody>
          <a:bodyPr anchor="b"/>
          <a:lstStyle>
            <a:lvl1pPr algn="ctr">
              <a:defRPr sz="826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5388883"/>
            <a:ext cx="9449991" cy="2477127"/>
          </a:xfrm>
        </p:spPr>
        <p:txBody>
          <a:bodyPr/>
          <a:lstStyle>
            <a:lvl1pPr marL="0" indent="0" algn="ctr">
              <a:buNone/>
              <a:defRPr sz="3307"/>
            </a:lvl1pPr>
            <a:lvl2pPr marL="630022" indent="0" algn="ctr">
              <a:buNone/>
              <a:defRPr sz="2756"/>
            </a:lvl2pPr>
            <a:lvl3pPr marL="1260043" indent="0" algn="ctr">
              <a:buNone/>
              <a:defRPr sz="2480"/>
            </a:lvl3pPr>
            <a:lvl4pPr marL="1890065" indent="0" algn="ctr">
              <a:buNone/>
              <a:defRPr sz="2205"/>
            </a:lvl4pPr>
            <a:lvl5pPr marL="2520086" indent="0" algn="ctr">
              <a:buNone/>
              <a:defRPr sz="2205"/>
            </a:lvl5pPr>
            <a:lvl6pPr marL="3150108" indent="0" algn="ctr">
              <a:buNone/>
              <a:defRPr sz="2205"/>
            </a:lvl6pPr>
            <a:lvl7pPr marL="3780130" indent="0" algn="ctr">
              <a:buNone/>
              <a:defRPr sz="2205"/>
            </a:lvl7pPr>
            <a:lvl8pPr marL="4410151" indent="0" algn="ctr">
              <a:buNone/>
              <a:defRPr sz="2205"/>
            </a:lvl8pPr>
            <a:lvl9pPr marL="5040173" indent="0" algn="ctr">
              <a:buNone/>
              <a:defRPr sz="2205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A916-5198-4ABC-9A33-43BCCFF639B0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AE7D-C3CF-4260-9783-A6A2FC223A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429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A916-5198-4ABC-9A33-43BCCFF639B0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AE7D-C3CF-4260-9783-A6A2FC223A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98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2557881"/>
            <a:ext cx="10867490" cy="4267880"/>
          </a:xfrm>
        </p:spPr>
        <p:txBody>
          <a:bodyPr anchor="b"/>
          <a:lstStyle>
            <a:lvl1pPr>
              <a:defRPr sz="826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6866137"/>
            <a:ext cx="10867490" cy="2244377"/>
          </a:xfrm>
        </p:spPr>
        <p:txBody>
          <a:bodyPr/>
          <a:lstStyle>
            <a:lvl1pPr marL="0" indent="0">
              <a:buNone/>
              <a:defRPr sz="3307">
                <a:solidFill>
                  <a:schemeClr val="tx1"/>
                </a:solidFill>
              </a:defRPr>
            </a:lvl1pPr>
            <a:lvl2pPr marL="630022" indent="0">
              <a:buNone/>
              <a:defRPr sz="2756">
                <a:solidFill>
                  <a:schemeClr val="tx1">
                    <a:tint val="75000"/>
                  </a:schemeClr>
                </a:solidFill>
              </a:defRPr>
            </a:lvl2pPr>
            <a:lvl3pPr marL="1260043" indent="0">
              <a:buNone/>
              <a:defRPr sz="2480">
                <a:solidFill>
                  <a:schemeClr val="tx1">
                    <a:tint val="75000"/>
                  </a:schemeClr>
                </a:solidFill>
              </a:defRPr>
            </a:lvl3pPr>
            <a:lvl4pPr marL="1890065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4pPr>
            <a:lvl5pPr marL="2520086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5pPr>
            <a:lvl6pPr marL="3150108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6pPr>
            <a:lvl7pPr marL="378013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7pPr>
            <a:lvl8pPr marL="4410151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8pPr>
            <a:lvl9pPr marL="5040173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A916-5198-4ABC-9A33-43BCCFF639B0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AE7D-C3CF-4260-9783-A6A2FC223A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6525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2731253"/>
            <a:ext cx="5354995" cy="65098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2731253"/>
            <a:ext cx="5354995" cy="65098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A916-5198-4ABC-9A33-43BCCFF639B0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AE7D-C3CF-4260-9783-A6A2FC223A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509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546253"/>
            <a:ext cx="10867490" cy="198312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2" y="2515129"/>
            <a:ext cx="5330385" cy="1232626"/>
          </a:xfrm>
        </p:spPr>
        <p:txBody>
          <a:bodyPr anchor="b"/>
          <a:lstStyle>
            <a:lvl1pPr marL="0" indent="0">
              <a:buNone/>
              <a:defRPr sz="3307" b="1"/>
            </a:lvl1pPr>
            <a:lvl2pPr marL="630022" indent="0">
              <a:buNone/>
              <a:defRPr sz="2756" b="1"/>
            </a:lvl2pPr>
            <a:lvl3pPr marL="1260043" indent="0">
              <a:buNone/>
              <a:defRPr sz="2480" b="1"/>
            </a:lvl3pPr>
            <a:lvl4pPr marL="1890065" indent="0">
              <a:buNone/>
              <a:defRPr sz="2205" b="1"/>
            </a:lvl4pPr>
            <a:lvl5pPr marL="2520086" indent="0">
              <a:buNone/>
              <a:defRPr sz="2205" b="1"/>
            </a:lvl5pPr>
            <a:lvl6pPr marL="3150108" indent="0">
              <a:buNone/>
              <a:defRPr sz="2205" b="1"/>
            </a:lvl6pPr>
            <a:lvl7pPr marL="3780130" indent="0">
              <a:buNone/>
              <a:defRPr sz="2205" b="1"/>
            </a:lvl7pPr>
            <a:lvl8pPr marL="4410151" indent="0">
              <a:buNone/>
              <a:defRPr sz="2205" b="1"/>
            </a:lvl8pPr>
            <a:lvl9pPr marL="5040173" indent="0">
              <a:buNone/>
              <a:defRPr sz="2205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2" y="3747755"/>
            <a:ext cx="5330385" cy="55123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5" y="2515129"/>
            <a:ext cx="5356636" cy="1232626"/>
          </a:xfrm>
        </p:spPr>
        <p:txBody>
          <a:bodyPr anchor="b"/>
          <a:lstStyle>
            <a:lvl1pPr marL="0" indent="0">
              <a:buNone/>
              <a:defRPr sz="3307" b="1"/>
            </a:lvl1pPr>
            <a:lvl2pPr marL="630022" indent="0">
              <a:buNone/>
              <a:defRPr sz="2756" b="1"/>
            </a:lvl2pPr>
            <a:lvl3pPr marL="1260043" indent="0">
              <a:buNone/>
              <a:defRPr sz="2480" b="1"/>
            </a:lvl3pPr>
            <a:lvl4pPr marL="1890065" indent="0">
              <a:buNone/>
              <a:defRPr sz="2205" b="1"/>
            </a:lvl4pPr>
            <a:lvl5pPr marL="2520086" indent="0">
              <a:buNone/>
              <a:defRPr sz="2205" b="1"/>
            </a:lvl5pPr>
            <a:lvl6pPr marL="3150108" indent="0">
              <a:buNone/>
              <a:defRPr sz="2205" b="1"/>
            </a:lvl6pPr>
            <a:lvl7pPr marL="3780130" indent="0">
              <a:buNone/>
              <a:defRPr sz="2205" b="1"/>
            </a:lvl7pPr>
            <a:lvl8pPr marL="4410151" indent="0">
              <a:buNone/>
              <a:defRPr sz="2205" b="1"/>
            </a:lvl8pPr>
            <a:lvl9pPr marL="5040173" indent="0">
              <a:buNone/>
              <a:defRPr sz="2205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5" y="3747755"/>
            <a:ext cx="5356636" cy="55123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A916-5198-4ABC-9A33-43BCCFF639B0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AE7D-C3CF-4260-9783-A6A2FC223A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610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A916-5198-4ABC-9A33-43BCCFF639B0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AE7D-C3CF-4260-9783-A6A2FC223A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838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A916-5198-4ABC-9A33-43BCCFF639B0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AE7D-C3CF-4260-9783-A6A2FC223A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495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684001"/>
            <a:ext cx="4063824" cy="2394003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1477254"/>
            <a:ext cx="6378744" cy="7291259"/>
          </a:xfrm>
        </p:spPr>
        <p:txBody>
          <a:bodyPr/>
          <a:lstStyle>
            <a:lvl1pPr>
              <a:defRPr sz="4410"/>
            </a:lvl1pPr>
            <a:lvl2pPr>
              <a:defRPr sz="3858"/>
            </a:lvl2pPr>
            <a:lvl3pPr>
              <a:defRPr sz="3307"/>
            </a:lvl3pPr>
            <a:lvl4pPr>
              <a:defRPr sz="2756"/>
            </a:lvl4pPr>
            <a:lvl5pPr>
              <a:defRPr sz="2756"/>
            </a:lvl5pPr>
            <a:lvl6pPr>
              <a:defRPr sz="2756"/>
            </a:lvl6pPr>
            <a:lvl7pPr>
              <a:defRPr sz="2756"/>
            </a:lvl7pPr>
            <a:lvl8pPr>
              <a:defRPr sz="2756"/>
            </a:lvl8pPr>
            <a:lvl9pPr>
              <a:defRPr sz="275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3078004"/>
            <a:ext cx="4063824" cy="5702383"/>
          </a:xfrm>
        </p:spPr>
        <p:txBody>
          <a:bodyPr/>
          <a:lstStyle>
            <a:lvl1pPr marL="0" indent="0">
              <a:buNone/>
              <a:defRPr sz="2205"/>
            </a:lvl1pPr>
            <a:lvl2pPr marL="630022" indent="0">
              <a:buNone/>
              <a:defRPr sz="1929"/>
            </a:lvl2pPr>
            <a:lvl3pPr marL="1260043" indent="0">
              <a:buNone/>
              <a:defRPr sz="1654"/>
            </a:lvl3pPr>
            <a:lvl4pPr marL="1890065" indent="0">
              <a:buNone/>
              <a:defRPr sz="1378"/>
            </a:lvl4pPr>
            <a:lvl5pPr marL="2520086" indent="0">
              <a:buNone/>
              <a:defRPr sz="1378"/>
            </a:lvl5pPr>
            <a:lvl6pPr marL="3150108" indent="0">
              <a:buNone/>
              <a:defRPr sz="1378"/>
            </a:lvl6pPr>
            <a:lvl7pPr marL="3780130" indent="0">
              <a:buNone/>
              <a:defRPr sz="1378"/>
            </a:lvl7pPr>
            <a:lvl8pPr marL="4410151" indent="0">
              <a:buNone/>
              <a:defRPr sz="1378"/>
            </a:lvl8pPr>
            <a:lvl9pPr marL="5040173" indent="0">
              <a:buNone/>
              <a:defRPr sz="137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A916-5198-4ABC-9A33-43BCCFF639B0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AE7D-C3CF-4260-9783-A6A2FC223A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01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684001"/>
            <a:ext cx="4063824" cy="2394003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1477254"/>
            <a:ext cx="6378744" cy="7291259"/>
          </a:xfrm>
        </p:spPr>
        <p:txBody>
          <a:bodyPr anchor="t"/>
          <a:lstStyle>
            <a:lvl1pPr marL="0" indent="0">
              <a:buNone/>
              <a:defRPr sz="4410"/>
            </a:lvl1pPr>
            <a:lvl2pPr marL="630022" indent="0">
              <a:buNone/>
              <a:defRPr sz="3858"/>
            </a:lvl2pPr>
            <a:lvl3pPr marL="1260043" indent="0">
              <a:buNone/>
              <a:defRPr sz="3307"/>
            </a:lvl3pPr>
            <a:lvl4pPr marL="1890065" indent="0">
              <a:buNone/>
              <a:defRPr sz="2756"/>
            </a:lvl4pPr>
            <a:lvl5pPr marL="2520086" indent="0">
              <a:buNone/>
              <a:defRPr sz="2756"/>
            </a:lvl5pPr>
            <a:lvl6pPr marL="3150108" indent="0">
              <a:buNone/>
              <a:defRPr sz="2756"/>
            </a:lvl6pPr>
            <a:lvl7pPr marL="3780130" indent="0">
              <a:buNone/>
              <a:defRPr sz="2756"/>
            </a:lvl7pPr>
            <a:lvl8pPr marL="4410151" indent="0">
              <a:buNone/>
              <a:defRPr sz="2756"/>
            </a:lvl8pPr>
            <a:lvl9pPr marL="5040173" indent="0">
              <a:buNone/>
              <a:defRPr sz="2756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3078004"/>
            <a:ext cx="4063824" cy="5702383"/>
          </a:xfrm>
        </p:spPr>
        <p:txBody>
          <a:bodyPr/>
          <a:lstStyle>
            <a:lvl1pPr marL="0" indent="0">
              <a:buNone/>
              <a:defRPr sz="2205"/>
            </a:lvl1pPr>
            <a:lvl2pPr marL="630022" indent="0">
              <a:buNone/>
              <a:defRPr sz="1929"/>
            </a:lvl2pPr>
            <a:lvl3pPr marL="1260043" indent="0">
              <a:buNone/>
              <a:defRPr sz="1654"/>
            </a:lvl3pPr>
            <a:lvl4pPr marL="1890065" indent="0">
              <a:buNone/>
              <a:defRPr sz="1378"/>
            </a:lvl4pPr>
            <a:lvl5pPr marL="2520086" indent="0">
              <a:buNone/>
              <a:defRPr sz="1378"/>
            </a:lvl5pPr>
            <a:lvl6pPr marL="3150108" indent="0">
              <a:buNone/>
              <a:defRPr sz="1378"/>
            </a:lvl6pPr>
            <a:lvl7pPr marL="3780130" indent="0">
              <a:buNone/>
              <a:defRPr sz="1378"/>
            </a:lvl7pPr>
            <a:lvl8pPr marL="4410151" indent="0">
              <a:buNone/>
              <a:defRPr sz="1378"/>
            </a:lvl8pPr>
            <a:lvl9pPr marL="5040173" indent="0">
              <a:buNone/>
              <a:defRPr sz="137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A916-5198-4ABC-9A33-43BCCFF639B0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AE7D-C3CF-4260-9783-A6A2FC223A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5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A916-5198-4ABC-9A33-43BCCFF639B0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AE7D-C3CF-4260-9783-A6A2FC223A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159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546251"/>
            <a:ext cx="2716872" cy="86948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50" y="546251"/>
            <a:ext cx="7993117" cy="86948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7A916-5198-4ABC-9A33-43BCCFF639B0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9AE7D-C3CF-4260-9783-A6A2FC223A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17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546253"/>
            <a:ext cx="10867490" cy="1983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2731253"/>
            <a:ext cx="10867490" cy="6509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9509514"/>
            <a:ext cx="2834997" cy="546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7A916-5198-4ABC-9A33-43BCCFF639B0}" type="datetimeFigureOut">
              <a:rPr lang="ko-KR" altLang="en-US" smtClean="0"/>
              <a:t>2026. 1. 29.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9509514"/>
            <a:ext cx="4252496" cy="546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9509514"/>
            <a:ext cx="2834997" cy="5462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9AE7D-C3CF-4260-9783-A6A2FC223A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67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1" r:id="rId1"/>
    <p:sldLayoutId id="2147484262" r:id="rId2"/>
    <p:sldLayoutId id="2147484263" r:id="rId3"/>
    <p:sldLayoutId id="2147484264" r:id="rId4"/>
    <p:sldLayoutId id="2147484265" r:id="rId5"/>
    <p:sldLayoutId id="2147484266" r:id="rId6"/>
    <p:sldLayoutId id="2147484267" r:id="rId7"/>
    <p:sldLayoutId id="2147484268" r:id="rId8"/>
    <p:sldLayoutId id="2147484269" r:id="rId9"/>
    <p:sldLayoutId id="2147484270" r:id="rId10"/>
    <p:sldLayoutId id="2147484271" r:id="rId11"/>
  </p:sldLayoutIdLst>
  <p:txStyles>
    <p:titleStyle>
      <a:lvl1pPr algn="l" defTabSz="1260043" rtl="0" eaLnBrk="1" latinLnBrk="1" hangingPunct="1">
        <a:lnSpc>
          <a:spcPct val="90000"/>
        </a:lnSpc>
        <a:spcBef>
          <a:spcPct val="0"/>
        </a:spcBef>
        <a:buNone/>
        <a:defRPr sz="60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5011" indent="-315011" algn="l" defTabSz="1260043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3858" kern="1200">
          <a:solidFill>
            <a:schemeClr val="tx1"/>
          </a:solidFill>
          <a:latin typeface="+mn-lt"/>
          <a:ea typeface="+mn-ea"/>
          <a:cs typeface="+mn-cs"/>
        </a:defRPr>
      </a:lvl1pPr>
      <a:lvl2pPr marL="945032" indent="-315011" algn="l" defTabSz="1260043" rtl="0" eaLnBrk="1" latinLnBrk="1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2pPr>
      <a:lvl3pPr marL="1575054" indent="-315011" algn="l" defTabSz="1260043" rtl="0" eaLnBrk="1" latinLnBrk="1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3pPr>
      <a:lvl4pPr marL="2205076" indent="-315011" algn="l" defTabSz="1260043" rtl="0" eaLnBrk="1" latinLnBrk="1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4pPr>
      <a:lvl5pPr marL="2835097" indent="-315011" algn="l" defTabSz="1260043" rtl="0" eaLnBrk="1" latinLnBrk="1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5pPr>
      <a:lvl6pPr marL="3465119" indent="-315011" algn="l" defTabSz="1260043" rtl="0" eaLnBrk="1" latinLnBrk="1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4095140" indent="-315011" algn="l" defTabSz="1260043" rtl="0" eaLnBrk="1" latinLnBrk="1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725162" indent="-315011" algn="l" defTabSz="1260043" rtl="0" eaLnBrk="1" latinLnBrk="1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5355184" indent="-315011" algn="l" defTabSz="1260043" rtl="0" eaLnBrk="1" latinLnBrk="1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60043" rtl="0" eaLnBrk="1" latinLnBrk="1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1pPr>
      <a:lvl2pPr marL="630022" algn="l" defTabSz="1260043" rtl="0" eaLnBrk="1" latinLnBrk="1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2pPr>
      <a:lvl3pPr marL="1260043" algn="l" defTabSz="1260043" rtl="0" eaLnBrk="1" latinLnBrk="1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890065" algn="l" defTabSz="1260043" rtl="0" eaLnBrk="1" latinLnBrk="1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4pPr>
      <a:lvl5pPr marL="2520086" algn="l" defTabSz="1260043" rtl="0" eaLnBrk="1" latinLnBrk="1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5pPr>
      <a:lvl6pPr marL="3150108" algn="l" defTabSz="1260043" rtl="0" eaLnBrk="1" latinLnBrk="1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3780130" algn="l" defTabSz="1260043" rtl="0" eaLnBrk="1" latinLnBrk="1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410151" algn="l" defTabSz="1260043" rtl="0" eaLnBrk="1" latinLnBrk="1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5040173" algn="l" defTabSz="1260043" rtl="0" eaLnBrk="1" latinLnBrk="1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A34917D9-98D7-E1FF-CECA-DC122C3D590C}"/>
              </a:ext>
            </a:extLst>
          </p:cNvPr>
          <p:cNvSpPr/>
          <p:nvPr/>
        </p:nvSpPr>
        <p:spPr>
          <a:xfrm>
            <a:off x="3630437" y="7306895"/>
            <a:ext cx="2789408" cy="1747078"/>
          </a:xfrm>
          <a:prstGeom prst="roundRect">
            <a:avLst>
              <a:gd name="adj" fmla="val 8755"/>
            </a:avLst>
          </a:prstGeom>
          <a:noFill/>
          <a:ln w="19050">
            <a:solidFill>
              <a:srgbClr val="76A1F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9EC3E7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B8C3EFD-98EF-DC58-AD60-4CF86E5956A4}"/>
              </a:ext>
            </a:extLst>
          </p:cNvPr>
          <p:cNvSpPr/>
          <p:nvPr/>
        </p:nvSpPr>
        <p:spPr>
          <a:xfrm>
            <a:off x="1555325" y="5874600"/>
            <a:ext cx="8991703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ko-KR" sz="2200" dirty="0">
                <a:solidFill>
                  <a:srgbClr val="000000"/>
                </a:solidFill>
                <a:latin typeface="Consolas" panose="020B0609020204030204" pitchFamily="49" charset="0"/>
              </a:rPr>
              <a:t>Was the </a:t>
            </a:r>
            <a:r>
              <a:rPr lang="en-US" altLang="ko-KR" sz="2200" dirty="0" err="1">
                <a:solidFill>
                  <a:srgbClr val="FF7F00"/>
                </a:solidFill>
                <a:latin typeface="Consolas" panose="020B0609020204030204" pitchFamily="49" charset="0"/>
              </a:rPr>
              <a:t>Taifun</a:t>
            </a:r>
            <a:r>
              <a:rPr lang="en-US" altLang="ko-KR" sz="2200" dirty="0">
                <a:solidFill>
                  <a:srgbClr val="FF7F00"/>
                </a:solidFill>
                <a:latin typeface="Consolas" panose="020B0609020204030204" pitchFamily="49" charset="0"/>
              </a:rPr>
              <a:t> rocket system </a:t>
            </a:r>
            <a:r>
              <a:rPr lang="en-US" altLang="ko-KR" sz="2200" dirty="0">
                <a:solidFill>
                  <a:srgbClr val="000000"/>
                </a:solidFill>
                <a:latin typeface="Consolas" panose="020B0609020204030204" pitchFamily="49" charset="0"/>
              </a:rPr>
              <a:t>used at the Battle of Amiens?</a:t>
            </a:r>
          </a:p>
        </p:txBody>
      </p:sp>
      <p:pic>
        <p:nvPicPr>
          <p:cNvPr id="1026" name="Picture 2" descr="message question&quot; Icon - Download for free – Iconduck">
            <a:extLst>
              <a:ext uri="{FF2B5EF4-FFF2-40B4-BE49-F238E27FC236}">
                <a16:creationId xmlns:a16="http://schemas.microsoft.com/office/drawing/2014/main" id="{59244C85-E81D-A040-CA01-BB80B99B2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131" y="5850441"/>
            <a:ext cx="393262" cy="376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nswer - Free education icons">
            <a:extLst>
              <a:ext uri="{FF2B5EF4-FFF2-40B4-BE49-F238E27FC236}">
                <a16:creationId xmlns:a16="http://schemas.microsoft.com/office/drawing/2014/main" id="{FE965B62-D122-C6BE-4C0F-89569A94A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661" y="5850447"/>
            <a:ext cx="419319" cy="419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2F2370-AE92-9E21-7402-D41A596E4D97}"/>
              </a:ext>
            </a:extLst>
          </p:cNvPr>
          <p:cNvSpPr txBox="1"/>
          <p:nvPr/>
        </p:nvSpPr>
        <p:spPr>
          <a:xfrm>
            <a:off x="3675916" y="7331041"/>
            <a:ext cx="281270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Consolas" panose="020B0609020204030204" pitchFamily="49" charset="0"/>
                <a:cs typeface="Consolas" panose="020B0609020204030204" pitchFamily="49" charset="0"/>
              </a:rPr>
              <a:t>Taifun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 (German for "typhoon") was a German World War II anti-aircraft unguided rocket system. </a:t>
            </a:r>
            <a:endParaRPr lang="ko-KR" altLang="en-US" dirty="0">
              <a:solidFill>
                <a:srgbClr val="C896E9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00A3A0-6926-870A-1F8D-16A0EEDF9B4E}"/>
              </a:ext>
            </a:extLst>
          </p:cNvPr>
          <p:cNvSpPr/>
          <p:nvPr/>
        </p:nvSpPr>
        <p:spPr>
          <a:xfrm>
            <a:off x="11662506" y="5808101"/>
            <a:ext cx="76486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3000" dirty="0">
                <a:solidFill>
                  <a:srgbClr val="000000"/>
                </a:solidFill>
                <a:latin typeface="Consolas" panose="020B0609020204030204" pitchFamily="49" charset="0"/>
              </a:rPr>
              <a:t>No</a:t>
            </a:r>
          </a:p>
        </p:txBody>
      </p:sp>
      <p:pic>
        <p:nvPicPr>
          <p:cNvPr id="1042" name="Picture 18" descr="Webpage - Free seo and web icons">
            <a:extLst>
              <a:ext uri="{FF2B5EF4-FFF2-40B4-BE49-F238E27FC236}">
                <a16:creationId xmlns:a16="http://schemas.microsoft.com/office/drawing/2014/main" id="{F412D087-BF68-3942-8EDA-5C95E71148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t="12511" r="4307" b="12841"/>
          <a:stretch>
            <a:fillRect/>
          </a:stretch>
        </p:blipFill>
        <p:spPr bwMode="auto">
          <a:xfrm>
            <a:off x="3675908" y="6865657"/>
            <a:ext cx="469658" cy="387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8" descr="Webpage - Free seo and web icons">
            <a:extLst>
              <a:ext uri="{FF2B5EF4-FFF2-40B4-BE49-F238E27FC236}">
                <a16:creationId xmlns:a16="http://schemas.microsoft.com/office/drawing/2014/main" id="{252204DA-AFD8-3A99-3DF5-AC18985F2C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t="12511" r="4307" b="12841"/>
          <a:stretch>
            <a:fillRect/>
          </a:stretch>
        </p:blipFill>
        <p:spPr bwMode="auto">
          <a:xfrm>
            <a:off x="6583452" y="6855399"/>
            <a:ext cx="469658" cy="387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310B1E-C4BC-A08C-C398-1267C0F392C5}"/>
              </a:ext>
            </a:extLst>
          </p:cNvPr>
          <p:cNvSpPr txBox="1"/>
          <p:nvPr/>
        </p:nvSpPr>
        <p:spPr>
          <a:xfrm>
            <a:off x="4234684" y="6859198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 err="1">
                <a:solidFill>
                  <a:srgbClr val="76A1F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Taifun</a:t>
            </a:r>
            <a:r>
              <a:rPr kumimoji="1" lang="en-US" altLang="ko-KR" b="1" dirty="0">
                <a:solidFill>
                  <a:srgbClr val="76A1F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Rocket</a:t>
            </a:r>
            <a:endParaRPr kumimoji="1" lang="ko-KR" altLang="en-US" b="1" dirty="0">
              <a:solidFill>
                <a:srgbClr val="76A1F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815305-9722-45E1-2F1C-C29EBB10D522}"/>
              </a:ext>
            </a:extLst>
          </p:cNvPr>
          <p:cNvSpPr txBox="1"/>
          <p:nvPr/>
        </p:nvSpPr>
        <p:spPr>
          <a:xfrm>
            <a:off x="7103461" y="6854247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Consolas" panose="020B0609020204030204" pitchFamily="49" charset="0"/>
                <a:cs typeface="Consolas" panose="020B0609020204030204" pitchFamily="49" charset="0"/>
              </a:rPr>
              <a:t>Shepard Fairey</a:t>
            </a:r>
            <a:endParaRPr kumimoji="1" lang="ko-KR" alt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4C35DF-91C2-CE0C-03F8-83E5B1A87A03}"/>
              </a:ext>
            </a:extLst>
          </p:cNvPr>
          <p:cNvSpPr txBox="1"/>
          <p:nvPr/>
        </p:nvSpPr>
        <p:spPr>
          <a:xfrm>
            <a:off x="3495490" y="6392503"/>
            <a:ext cx="419938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b="1" dirty="0">
                <a:solidFill>
                  <a:srgbClr val="812CF0"/>
                </a:solidFill>
              </a:rPr>
              <a:t>Multimodal Documents</a:t>
            </a:r>
            <a:endParaRPr kumimoji="1" lang="ko-KR" altLang="en-US" b="1" dirty="0">
              <a:solidFill>
                <a:srgbClr val="812CF0"/>
              </a:solidFill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BE2B30C7-1171-A9CC-99B1-BEAB90326870}"/>
              </a:ext>
            </a:extLst>
          </p:cNvPr>
          <p:cNvSpPr/>
          <p:nvPr/>
        </p:nvSpPr>
        <p:spPr>
          <a:xfrm>
            <a:off x="703905" y="5767131"/>
            <a:ext cx="11866533" cy="589465"/>
          </a:xfrm>
          <a:prstGeom prst="roundRect">
            <a:avLst/>
          </a:prstGeom>
          <a:noFill/>
          <a:ln w="19050">
            <a:solidFill>
              <a:srgbClr val="457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9EC3E7"/>
              </a:solidFill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2C9C424E-B990-F2ED-13E1-A8C9AAFAACB1}"/>
              </a:ext>
            </a:extLst>
          </p:cNvPr>
          <p:cNvSpPr/>
          <p:nvPr/>
        </p:nvSpPr>
        <p:spPr>
          <a:xfrm>
            <a:off x="6583460" y="7306895"/>
            <a:ext cx="5875725" cy="1747078"/>
          </a:xfrm>
          <a:prstGeom prst="roundRect">
            <a:avLst>
              <a:gd name="adj" fmla="val 9364"/>
            </a:avLst>
          </a:prstGeom>
          <a:noFill/>
          <a:ln w="19050">
            <a:solidFill>
              <a:srgbClr val="76A1F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9EC3E7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2A7AFE-8749-373E-53DD-CD4171DBA515}"/>
              </a:ext>
            </a:extLst>
          </p:cNvPr>
          <p:cNvSpPr txBox="1"/>
          <p:nvPr/>
        </p:nvSpPr>
        <p:spPr>
          <a:xfrm>
            <a:off x="9169996" y="7320493"/>
            <a:ext cx="328918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The Battle of Amiens was the opening phase of the Allied offensive, and happened during the World War I.</a:t>
            </a:r>
            <a:endParaRPr lang="ko-KR" altLang="en-US" dirty="0"/>
          </a:p>
        </p:txBody>
      </p:sp>
      <p:pic>
        <p:nvPicPr>
          <p:cNvPr id="1054" name="Picture 18" descr="pastel pink purple blue Color Palette">
            <a:extLst>
              <a:ext uri="{FF2B5EF4-FFF2-40B4-BE49-F238E27FC236}">
                <a16:creationId xmlns:a16="http://schemas.microsoft.com/office/drawing/2014/main" id="{843B1BBF-04EF-9796-7DA0-7209E89EA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44743" y="562962"/>
            <a:ext cx="4844646" cy="3229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20" descr="purple pastel Color Palette">
            <a:extLst>
              <a:ext uri="{FF2B5EF4-FFF2-40B4-BE49-F238E27FC236}">
                <a16:creationId xmlns:a16="http://schemas.microsoft.com/office/drawing/2014/main" id="{322FC4FC-C345-1555-945F-A226284A1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51053" y="4230515"/>
            <a:ext cx="5524057" cy="3682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5" name="모서리가 둥근 직사각형 1064">
            <a:extLst>
              <a:ext uri="{FF2B5EF4-FFF2-40B4-BE49-F238E27FC236}">
                <a16:creationId xmlns:a16="http://schemas.microsoft.com/office/drawing/2014/main" id="{7FF87B2A-5BC1-E2C4-7ECD-4793501B0714}"/>
              </a:ext>
            </a:extLst>
          </p:cNvPr>
          <p:cNvSpPr/>
          <p:nvPr/>
        </p:nvSpPr>
        <p:spPr>
          <a:xfrm>
            <a:off x="3495490" y="6681575"/>
            <a:ext cx="9074949" cy="2464957"/>
          </a:xfrm>
          <a:prstGeom prst="roundRect">
            <a:avLst>
              <a:gd name="adj" fmla="val 5735"/>
            </a:avLst>
          </a:prstGeom>
          <a:noFill/>
          <a:ln w="19050">
            <a:solidFill>
              <a:srgbClr val="457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9EC3E7"/>
              </a:solidFill>
            </a:endParaRPr>
          </a:p>
        </p:txBody>
      </p:sp>
      <p:sp>
        <p:nvSpPr>
          <p:cNvPr id="18" name="모서리가 둥근 직사각형 22">
            <a:extLst>
              <a:ext uri="{FF2B5EF4-FFF2-40B4-BE49-F238E27FC236}">
                <a16:creationId xmlns:a16="http://schemas.microsoft.com/office/drawing/2014/main" id="{F2682D92-208C-5632-670F-9F9D186E94E9}"/>
              </a:ext>
            </a:extLst>
          </p:cNvPr>
          <p:cNvSpPr/>
          <p:nvPr/>
        </p:nvSpPr>
        <p:spPr>
          <a:xfrm>
            <a:off x="33796" y="6671110"/>
            <a:ext cx="3366859" cy="2475421"/>
          </a:xfrm>
          <a:prstGeom prst="roundRect">
            <a:avLst>
              <a:gd name="adj" fmla="val 5135"/>
            </a:avLst>
          </a:prstGeom>
          <a:noFill/>
          <a:ln w="19050">
            <a:solidFill>
              <a:srgbClr val="457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9EC3E7"/>
              </a:solidFill>
            </a:endParaRPr>
          </a:p>
        </p:txBody>
      </p:sp>
      <p:pic>
        <p:nvPicPr>
          <p:cNvPr id="19" name="Picture 2" descr="message question&quot; Icon - Download for free – Iconduck">
            <a:extLst>
              <a:ext uri="{FF2B5EF4-FFF2-40B4-BE49-F238E27FC236}">
                <a16:creationId xmlns:a16="http://schemas.microsoft.com/office/drawing/2014/main" id="{82BADE16-12AD-84AB-6E06-ABC1822AB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00" y="7178635"/>
            <a:ext cx="393262" cy="376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message question&quot; Icon - Download for free – Iconduck">
            <a:extLst>
              <a:ext uri="{FF2B5EF4-FFF2-40B4-BE49-F238E27FC236}">
                <a16:creationId xmlns:a16="http://schemas.microsoft.com/office/drawing/2014/main" id="{688C2FA4-B86C-8F05-BECE-28A1C95E8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00" y="8183619"/>
            <a:ext cx="393262" cy="376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D59F3F0-C87E-7159-3609-CF9A8ADAF5BC}"/>
              </a:ext>
            </a:extLst>
          </p:cNvPr>
          <p:cNvSpPr/>
          <p:nvPr/>
        </p:nvSpPr>
        <p:spPr>
          <a:xfrm>
            <a:off x="678205" y="6901816"/>
            <a:ext cx="2587495" cy="880840"/>
          </a:xfrm>
          <a:prstGeom prst="roundRect">
            <a:avLst/>
          </a:prstGeom>
          <a:noFill/>
          <a:ln>
            <a:solidFill>
              <a:srgbClr val="812C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7F00"/>
                </a:solidFill>
                <a:latin typeface="Consolas" panose="020B0609020204030204" pitchFamily="49" charset="0"/>
              </a:rPr>
              <a:t>What battles </a:t>
            </a:r>
            <a:r>
              <a:rPr lang="en-US" altLang="ko-KR" dirty="0">
                <a:solidFill>
                  <a:schemeClr val="tx1"/>
                </a:solidFill>
                <a:latin typeface="Consolas" panose="020B0609020204030204" pitchFamily="49" charset="0"/>
              </a:rPr>
              <a:t>were the </a:t>
            </a:r>
            <a:r>
              <a:rPr lang="en-US" altLang="ko-KR" dirty="0" err="1">
                <a:solidFill>
                  <a:srgbClr val="76A1F1"/>
                </a:solidFill>
                <a:latin typeface="Consolas" panose="020B0609020204030204" pitchFamily="49" charset="0"/>
              </a:rPr>
              <a:t>Taifun</a:t>
            </a:r>
            <a:r>
              <a:rPr lang="en-US" altLang="ko-KR" dirty="0">
                <a:solidFill>
                  <a:srgbClr val="76A1F1"/>
                </a:solidFill>
                <a:latin typeface="Consolas" panose="020B0609020204030204" pitchFamily="49" charset="0"/>
              </a:rPr>
              <a:t> rocket </a:t>
            </a:r>
            <a:r>
              <a:rPr lang="en-US" altLang="ko-KR" dirty="0">
                <a:solidFill>
                  <a:schemeClr val="tx1"/>
                </a:solidFill>
                <a:latin typeface="Consolas" panose="020B0609020204030204" pitchFamily="49" charset="0"/>
              </a:rPr>
              <a:t>system used in?</a:t>
            </a:r>
            <a:endParaRPr lang="ko-KR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A577854E-2246-1D47-1FBA-A0AA64CE10FF}"/>
              </a:ext>
            </a:extLst>
          </p:cNvPr>
          <p:cNvSpPr/>
          <p:nvPr/>
        </p:nvSpPr>
        <p:spPr>
          <a:xfrm>
            <a:off x="678205" y="7914046"/>
            <a:ext cx="2587495" cy="880840"/>
          </a:xfrm>
          <a:prstGeom prst="roundRect">
            <a:avLst/>
          </a:prstGeom>
          <a:noFill/>
          <a:ln>
            <a:solidFill>
              <a:srgbClr val="812C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Consolas" panose="020B0609020204030204" pitchFamily="49" charset="0"/>
              </a:rPr>
              <a:t>Is there Battle of Amiens in </a:t>
            </a:r>
            <a:r>
              <a:rPr lang="en-US" altLang="ko-KR" dirty="0">
                <a:solidFill>
                  <a:srgbClr val="FF7F00"/>
                </a:solidFill>
                <a:latin typeface="Consolas" panose="020B0609020204030204" pitchFamily="49" charset="0"/>
              </a:rPr>
              <a:t>such battles</a:t>
            </a:r>
            <a:r>
              <a:rPr lang="en-US" altLang="ko-KR" dirty="0">
                <a:solidFill>
                  <a:schemeClr val="tx1"/>
                </a:solidFill>
                <a:latin typeface="Consolas" panose="020B0609020204030204" pitchFamily="49" charset="0"/>
              </a:rPr>
              <a:t>?</a:t>
            </a:r>
            <a:endParaRPr lang="ko-KR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pic>
        <p:nvPicPr>
          <p:cNvPr id="30" name="Picture 4">
            <a:extLst>
              <a:ext uri="{FF2B5EF4-FFF2-40B4-BE49-F238E27FC236}">
                <a16:creationId xmlns:a16="http://schemas.microsoft.com/office/drawing/2014/main" id="{29A9CD52-17A9-6313-6F85-D043C6F34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409" y="7442585"/>
            <a:ext cx="236220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A4450AB-960A-E546-2375-47E50F09B8FB}"/>
              </a:ext>
            </a:extLst>
          </p:cNvPr>
          <p:cNvSpPr txBox="1"/>
          <p:nvPr/>
        </p:nvSpPr>
        <p:spPr>
          <a:xfrm>
            <a:off x="33796" y="6391108"/>
            <a:ext cx="343236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b="1" dirty="0">
                <a:solidFill>
                  <a:srgbClr val="812CF0"/>
                </a:solidFill>
              </a:rPr>
              <a:t>Retrieval Plan</a:t>
            </a:r>
            <a:endParaRPr kumimoji="1" lang="ko-KR" altLang="en-US" b="1" dirty="0">
              <a:solidFill>
                <a:srgbClr val="812CF0"/>
              </a:solidFill>
            </a:endParaRPr>
          </a:p>
        </p:txBody>
      </p:sp>
      <p:pic>
        <p:nvPicPr>
          <p:cNvPr id="1032" name="Picture 8" descr="선생님 - 무료 사람들개 아이콘">
            <a:extLst>
              <a:ext uri="{FF2B5EF4-FFF2-40B4-BE49-F238E27FC236}">
                <a16:creationId xmlns:a16="http://schemas.microsoft.com/office/drawing/2014/main" id="{F592F04B-F8C8-B0D3-9E26-D6D3CFFA80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222" y="9258491"/>
            <a:ext cx="869631" cy="869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말풍선: 모서리가 둥근 사각형 37">
            <a:extLst>
              <a:ext uri="{FF2B5EF4-FFF2-40B4-BE49-F238E27FC236}">
                <a16:creationId xmlns:a16="http://schemas.microsoft.com/office/drawing/2014/main" id="{D128B912-044F-ACFE-7CC5-2579E230CBC1}"/>
              </a:ext>
            </a:extLst>
          </p:cNvPr>
          <p:cNvSpPr/>
          <p:nvPr/>
        </p:nvSpPr>
        <p:spPr>
          <a:xfrm>
            <a:off x="6876214" y="9304374"/>
            <a:ext cx="5694216" cy="869631"/>
          </a:xfrm>
          <a:prstGeom prst="wedgeRoundRectCallout">
            <a:avLst>
              <a:gd name="adj1" fmla="val -55418"/>
              <a:gd name="adj2" fmla="val 9926"/>
              <a:gd name="adj3" fmla="val 16667"/>
            </a:avLst>
          </a:prstGeom>
          <a:noFill/>
          <a:ln>
            <a:solidFill>
              <a:srgbClr val="C896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Consolas" panose="020B0609020204030204" pitchFamily="49" charset="0"/>
              </a:rPr>
              <a:t>How about </a:t>
            </a:r>
            <a:r>
              <a:rPr lang="en-US" altLang="ko-KR" dirty="0">
                <a:solidFill>
                  <a:srgbClr val="00B050"/>
                </a:solidFill>
                <a:latin typeface="Consolas" panose="020B0609020204030204" pitchFamily="49" charset="0"/>
              </a:rPr>
              <a:t>adjusting your plan using retrieved components </a:t>
            </a:r>
            <a:r>
              <a:rPr lang="en-US" altLang="ko-KR" dirty="0">
                <a:solidFill>
                  <a:schemeClr val="tx1"/>
                </a:solidFill>
                <a:latin typeface="Consolas" panose="020B0609020204030204" pitchFamily="49" charset="0"/>
              </a:rPr>
              <a:t>to retrieve more information about the Battle of Amiens first?</a:t>
            </a:r>
            <a:endParaRPr lang="ko-KR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9" name="말풍선: 모서리가 둥근 사각형 38">
            <a:extLst>
              <a:ext uri="{FF2B5EF4-FFF2-40B4-BE49-F238E27FC236}">
                <a16:creationId xmlns:a16="http://schemas.microsoft.com/office/drawing/2014/main" id="{B46B92A5-FAFF-E7A0-FDA2-B13FCCF4F14D}"/>
              </a:ext>
            </a:extLst>
          </p:cNvPr>
          <p:cNvSpPr/>
          <p:nvPr/>
        </p:nvSpPr>
        <p:spPr>
          <a:xfrm>
            <a:off x="1564856" y="9304374"/>
            <a:ext cx="3757174" cy="869631"/>
          </a:xfrm>
          <a:prstGeom prst="wedgeRoundRectCallout">
            <a:avLst>
              <a:gd name="adj1" fmla="val -55418"/>
              <a:gd name="adj2" fmla="val 9926"/>
              <a:gd name="adj3" fmla="val 16667"/>
            </a:avLst>
          </a:prstGeom>
          <a:noFill/>
          <a:ln>
            <a:solidFill>
              <a:srgbClr val="C896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Consolas" panose="020B0609020204030204" pitchFamily="49" charset="0"/>
              </a:rPr>
              <a:t>I can’t find what </a:t>
            </a:r>
            <a:r>
              <a:rPr lang="en-US" altLang="ko-KR" dirty="0">
                <a:solidFill>
                  <a:srgbClr val="FF7F00"/>
                </a:solidFill>
                <a:latin typeface="Consolas" panose="020B0609020204030204" pitchFamily="49" charset="0"/>
              </a:rPr>
              <a:t>such battles</a:t>
            </a:r>
            <a:r>
              <a:rPr lang="en-US" altLang="ko-KR" dirty="0">
                <a:solidFill>
                  <a:schemeClr val="tx1"/>
                </a:solidFill>
                <a:latin typeface="Consolas" panose="020B0609020204030204" pitchFamily="49" charset="0"/>
              </a:rPr>
              <a:t> are! What are they?</a:t>
            </a:r>
            <a:endParaRPr lang="ko-KR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모서리가 둥근 직사각형 24">
            <a:extLst>
              <a:ext uri="{FF2B5EF4-FFF2-40B4-BE49-F238E27FC236}">
                <a16:creationId xmlns:a16="http://schemas.microsoft.com/office/drawing/2014/main" id="{CA6FFABC-0D77-E013-839F-95DE737F5351}"/>
              </a:ext>
            </a:extLst>
          </p:cNvPr>
          <p:cNvSpPr/>
          <p:nvPr/>
        </p:nvSpPr>
        <p:spPr>
          <a:xfrm>
            <a:off x="3630437" y="2024853"/>
            <a:ext cx="1919778" cy="2308324"/>
          </a:xfrm>
          <a:prstGeom prst="roundRect">
            <a:avLst>
              <a:gd name="adj" fmla="val 8755"/>
            </a:avLst>
          </a:prstGeom>
          <a:noFill/>
          <a:ln w="19050">
            <a:solidFill>
              <a:srgbClr val="76A1F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9EC3E7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407673-F55D-0D6E-A63C-FB009D71E92A}"/>
              </a:ext>
            </a:extLst>
          </p:cNvPr>
          <p:cNvSpPr txBox="1"/>
          <p:nvPr/>
        </p:nvSpPr>
        <p:spPr>
          <a:xfrm>
            <a:off x="3675917" y="2038451"/>
            <a:ext cx="18743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Hannibal Hamlin served from 1861 to 1865, during President </a:t>
            </a:r>
            <a:r>
              <a:rPr lang="en-US" altLang="ko-KR" dirty="0">
                <a:solidFill>
                  <a:srgbClr val="76A1F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Abraham Lincoln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's first term</a:t>
            </a:r>
            <a:endParaRPr lang="ko-KR" altLang="en-US" dirty="0">
              <a:solidFill>
                <a:srgbClr val="C896E9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44" name="Picture 18" descr="Webpage - Free seo and web icons">
            <a:extLst>
              <a:ext uri="{FF2B5EF4-FFF2-40B4-BE49-F238E27FC236}">
                <a16:creationId xmlns:a16="http://schemas.microsoft.com/office/drawing/2014/main" id="{8D47A020-35A5-D0BE-A4A8-6C4F68CB6D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t="12511" r="4307" b="12841"/>
          <a:stretch>
            <a:fillRect/>
          </a:stretch>
        </p:blipFill>
        <p:spPr bwMode="auto">
          <a:xfrm>
            <a:off x="3675908" y="1583615"/>
            <a:ext cx="469658" cy="387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8" descr="Webpage - Free seo and web icons">
            <a:extLst>
              <a:ext uri="{FF2B5EF4-FFF2-40B4-BE49-F238E27FC236}">
                <a16:creationId xmlns:a16="http://schemas.microsoft.com/office/drawing/2014/main" id="{65BB46C1-C9DC-7010-93F9-DA62F70B98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t="12511" r="4307" b="12841"/>
          <a:stretch>
            <a:fillRect/>
          </a:stretch>
        </p:blipFill>
        <p:spPr bwMode="auto">
          <a:xfrm>
            <a:off x="8253436" y="1573357"/>
            <a:ext cx="469658" cy="387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D45E56E7-6485-5997-E49D-9B8653474F91}"/>
              </a:ext>
            </a:extLst>
          </p:cNvPr>
          <p:cNvSpPr txBox="1"/>
          <p:nvPr/>
        </p:nvSpPr>
        <p:spPr>
          <a:xfrm>
            <a:off x="4149603" y="1386091"/>
            <a:ext cx="13244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Consolas" panose="020B0609020204030204" pitchFamily="49" charset="0"/>
                <a:cs typeface="Consolas" panose="020B0609020204030204" pitchFamily="49" charset="0"/>
              </a:rPr>
              <a:t>Hannibal </a:t>
            </a:r>
          </a:p>
          <a:p>
            <a:r>
              <a:rPr kumimoji="1" lang="en-US" altLang="ko-KR" b="1" dirty="0">
                <a:latin typeface="Consolas" panose="020B0609020204030204" pitchFamily="49" charset="0"/>
                <a:cs typeface="Consolas" panose="020B0609020204030204" pitchFamily="49" charset="0"/>
              </a:rPr>
              <a:t>Hamlin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34A798-28E4-E2EA-3D2B-4193197A1DF5}"/>
              </a:ext>
            </a:extLst>
          </p:cNvPr>
          <p:cNvSpPr txBox="1"/>
          <p:nvPr/>
        </p:nvSpPr>
        <p:spPr>
          <a:xfrm>
            <a:off x="8773437" y="1572205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latin typeface="Consolas" panose="020B0609020204030204" pitchFamily="49" charset="0"/>
                <a:cs typeface="Consolas" panose="020B0609020204030204" pitchFamily="49" charset="0"/>
              </a:rPr>
              <a:t>Lincoln Memorial</a:t>
            </a:r>
            <a:endParaRPr kumimoji="1" lang="ko-KR" alt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9" name="모서리가 둥근 직사각형 25">
            <a:extLst>
              <a:ext uri="{FF2B5EF4-FFF2-40B4-BE49-F238E27FC236}">
                <a16:creationId xmlns:a16="http://schemas.microsoft.com/office/drawing/2014/main" id="{3648EBC3-98BE-1E3F-3921-EA6B1FA91B98}"/>
              </a:ext>
            </a:extLst>
          </p:cNvPr>
          <p:cNvSpPr/>
          <p:nvPr/>
        </p:nvSpPr>
        <p:spPr>
          <a:xfrm>
            <a:off x="8207961" y="2024853"/>
            <a:ext cx="4131425" cy="2308324"/>
          </a:xfrm>
          <a:prstGeom prst="roundRect">
            <a:avLst>
              <a:gd name="adj" fmla="val 9364"/>
            </a:avLst>
          </a:prstGeom>
          <a:noFill/>
          <a:ln w="19050">
            <a:solidFill>
              <a:srgbClr val="76A1F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9EC3E7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35E75BD-B03C-533F-509C-F8DCF0A4ED35}"/>
              </a:ext>
            </a:extLst>
          </p:cNvPr>
          <p:cNvSpPr txBox="1"/>
          <p:nvPr/>
        </p:nvSpPr>
        <p:spPr>
          <a:xfrm>
            <a:off x="10676833" y="2038451"/>
            <a:ext cx="17622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The Lincoln Memorial is a U.S. national memorial honoring Abraham Lincoln</a:t>
            </a:r>
            <a:endParaRPr lang="ko-KR" altLang="en-US" dirty="0"/>
          </a:p>
        </p:txBody>
      </p:sp>
      <p:sp>
        <p:nvSpPr>
          <p:cNvPr id="51" name="모서리가 둥근 직사각형 1064">
            <a:extLst>
              <a:ext uri="{FF2B5EF4-FFF2-40B4-BE49-F238E27FC236}">
                <a16:creationId xmlns:a16="http://schemas.microsoft.com/office/drawing/2014/main" id="{F53113AA-1AA1-C3FE-6529-64611026D25E}"/>
              </a:ext>
            </a:extLst>
          </p:cNvPr>
          <p:cNvSpPr/>
          <p:nvPr/>
        </p:nvSpPr>
        <p:spPr>
          <a:xfrm>
            <a:off x="3495490" y="1399533"/>
            <a:ext cx="9074949" cy="3103491"/>
          </a:xfrm>
          <a:prstGeom prst="roundRect">
            <a:avLst>
              <a:gd name="adj" fmla="val 5735"/>
            </a:avLst>
          </a:prstGeom>
          <a:noFill/>
          <a:ln w="19050">
            <a:solidFill>
              <a:srgbClr val="457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9EC3E7"/>
              </a:solidFill>
            </a:endParaRPr>
          </a:p>
        </p:txBody>
      </p:sp>
      <p:sp>
        <p:nvSpPr>
          <p:cNvPr id="53" name="모서리가 둥근 직사각형 22">
            <a:extLst>
              <a:ext uri="{FF2B5EF4-FFF2-40B4-BE49-F238E27FC236}">
                <a16:creationId xmlns:a16="http://schemas.microsoft.com/office/drawing/2014/main" id="{FFF0673C-49E3-E8FA-EC46-A49058517279}"/>
              </a:ext>
            </a:extLst>
          </p:cNvPr>
          <p:cNvSpPr/>
          <p:nvPr/>
        </p:nvSpPr>
        <p:spPr>
          <a:xfrm>
            <a:off x="33796" y="1389060"/>
            <a:ext cx="3366859" cy="3122586"/>
          </a:xfrm>
          <a:prstGeom prst="roundRect">
            <a:avLst>
              <a:gd name="adj" fmla="val 5135"/>
            </a:avLst>
          </a:prstGeom>
          <a:noFill/>
          <a:ln w="19050">
            <a:solidFill>
              <a:srgbClr val="457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9EC3E7"/>
              </a:solidFill>
            </a:endParaRPr>
          </a:p>
        </p:txBody>
      </p:sp>
      <p:pic>
        <p:nvPicPr>
          <p:cNvPr id="55" name="Picture 2" descr="message question&quot; Icon - Download for free – Iconduck">
            <a:extLst>
              <a:ext uri="{FF2B5EF4-FFF2-40B4-BE49-F238E27FC236}">
                <a16:creationId xmlns:a16="http://schemas.microsoft.com/office/drawing/2014/main" id="{69A2772E-5AD5-03D2-0BB9-C1B6D6B3F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00" y="2054995"/>
            <a:ext cx="393262" cy="376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" descr="message question&quot; Icon - Download for free – Iconduck">
            <a:extLst>
              <a:ext uri="{FF2B5EF4-FFF2-40B4-BE49-F238E27FC236}">
                <a16:creationId xmlns:a16="http://schemas.microsoft.com/office/drawing/2014/main" id="{49BA96B3-AD55-4C56-82B2-C221C5BF8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00" y="3362692"/>
            <a:ext cx="393262" cy="376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4" name="사각형: 둥근 모서리 1033">
            <a:extLst>
              <a:ext uri="{FF2B5EF4-FFF2-40B4-BE49-F238E27FC236}">
                <a16:creationId xmlns:a16="http://schemas.microsoft.com/office/drawing/2014/main" id="{086AFF19-54A8-0123-1070-9CE3597E59C5}"/>
              </a:ext>
            </a:extLst>
          </p:cNvPr>
          <p:cNvSpPr/>
          <p:nvPr/>
        </p:nvSpPr>
        <p:spPr>
          <a:xfrm>
            <a:off x="678205" y="1757145"/>
            <a:ext cx="2587495" cy="983845"/>
          </a:xfrm>
          <a:prstGeom prst="roundRect">
            <a:avLst>
              <a:gd name="adj" fmla="val 9073"/>
            </a:avLst>
          </a:prstGeom>
          <a:noFill/>
          <a:ln>
            <a:solidFill>
              <a:srgbClr val="812C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Consolas" panose="020B0609020204030204" pitchFamily="49" charset="0"/>
              </a:rPr>
              <a:t>Who is the </a:t>
            </a:r>
            <a:r>
              <a:rPr lang="en-US" altLang="ko-KR" dirty="0">
                <a:solidFill>
                  <a:srgbClr val="76A1F1"/>
                </a:solidFill>
                <a:latin typeface="Consolas" panose="020B0609020204030204" pitchFamily="49" charset="0"/>
              </a:rPr>
              <a:t>president who served with Hannibal Hamlin</a:t>
            </a:r>
            <a:r>
              <a:rPr lang="en-US" altLang="ko-KR" dirty="0">
                <a:solidFill>
                  <a:schemeClr val="tx1"/>
                </a:solidFill>
                <a:latin typeface="Consolas" panose="020B0609020204030204" pitchFamily="49" charset="0"/>
              </a:rPr>
              <a:t>?</a:t>
            </a:r>
            <a:endParaRPr lang="ko-KR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36" name="사각형: 둥근 모서리 1035">
            <a:extLst>
              <a:ext uri="{FF2B5EF4-FFF2-40B4-BE49-F238E27FC236}">
                <a16:creationId xmlns:a16="http://schemas.microsoft.com/office/drawing/2014/main" id="{57D6042D-34EB-FA06-F011-769EE2148762}"/>
              </a:ext>
            </a:extLst>
          </p:cNvPr>
          <p:cNvSpPr/>
          <p:nvPr/>
        </p:nvSpPr>
        <p:spPr>
          <a:xfrm>
            <a:off x="678205" y="2925575"/>
            <a:ext cx="2587495" cy="1265818"/>
          </a:xfrm>
          <a:prstGeom prst="roundRect">
            <a:avLst>
              <a:gd name="adj" fmla="val 10757"/>
            </a:avLst>
          </a:prstGeom>
          <a:noFill/>
          <a:ln>
            <a:solidFill>
              <a:srgbClr val="812C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Consolas" panose="020B0609020204030204" pitchFamily="49" charset="0"/>
              </a:rPr>
              <a:t>What the number of words for the writing written behind him?</a:t>
            </a:r>
            <a:endParaRPr lang="ko-KR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pic>
        <p:nvPicPr>
          <p:cNvPr id="1043" name="Picture 8" descr="선생님 - 무료 사람들개 아이콘">
            <a:extLst>
              <a:ext uri="{FF2B5EF4-FFF2-40B4-BE49-F238E27FC236}">
                <a16:creationId xmlns:a16="http://schemas.microsoft.com/office/drawing/2014/main" id="{6113A8A4-5925-6628-2F4E-237FEBF72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222" y="4589187"/>
            <a:ext cx="869631" cy="869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말풍선: 모서리가 둥근 사각형 1043">
            <a:extLst>
              <a:ext uri="{FF2B5EF4-FFF2-40B4-BE49-F238E27FC236}">
                <a16:creationId xmlns:a16="http://schemas.microsoft.com/office/drawing/2014/main" id="{DAAD1BF5-1366-39C7-5749-C1630396EC48}"/>
              </a:ext>
            </a:extLst>
          </p:cNvPr>
          <p:cNvSpPr/>
          <p:nvPr/>
        </p:nvSpPr>
        <p:spPr>
          <a:xfrm>
            <a:off x="6876214" y="4635070"/>
            <a:ext cx="5694216" cy="869631"/>
          </a:xfrm>
          <a:prstGeom prst="wedgeRoundRectCallout">
            <a:avLst>
              <a:gd name="adj1" fmla="val -55418"/>
              <a:gd name="adj2" fmla="val 9926"/>
              <a:gd name="adj3" fmla="val 16667"/>
            </a:avLst>
          </a:prstGeom>
          <a:noFill/>
          <a:ln>
            <a:solidFill>
              <a:srgbClr val="C896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Consolas" panose="020B0609020204030204" pitchFamily="49" charset="0"/>
              </a:rPr>
              <a:t>How about </a:t>
            </a:r>
            <a:r>
              <a:rPr lang="en-US" altLang="ko-KR" dirty="0">
                <a:solidFill>
                  <a:srgbClr val="00B050"/>
                </a:solidFill>
                <a:latin typeface="Consolas" panose="020B0609020204030204" pitchFamily="49" charset="0"/>
              </a:rPr>
              <a:t>using</a:t>
            </a:r>
            <a:r>
              <a:rPr lang="en-US" altLang="ko-KR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00B050"/>
                </a:solidFill>
                <a:latin typeface="Consolas" panose="020B0609020204030204" pitchFamily="49" charset="0"/>
              </a:rPr>
              <a:t>advanced reasoning in your retrieval process </a:t>
            </a:r>
            <a:r>
              <a:rPr lang="en-US" altLang="ko-KR" dirty="0">
                <a:solidFill>
                  <a:schemeClr val="tx1"/>
                </a:solidFill>
                <a:latin typeface="Consolas" panose="020B0609020204030204" pitchFamily="49" charset="0"/>
              </a:rPr>
              <a:t>to locate the image of Lincoln’s Memorial?</a:t>
            </a:r>
            <a:endParaRPr lang="ko-KR" altLang="en-US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50" name="TextBox 1049">
            <a:extLst>
              <a:ext uri="{FF2B5EF4-FFF2-40B4-BE49-F238E27FC236}">
                <a16:creationId xmlns:a16="http://schemas.microsoft.com/office/drawing/2014/main" id="{0F94C27C-8A79-8EA2-AD27-C67CFAE68C8A}"/>
              </a:ext>
            </a:extLst>
          </p:cNvPr>
          <p:cNvSpPr txBox="1"/>
          <p:nvPr/>
        </p:nvSpPr>
        <p:spPr>
          <a:xfrm>
            <a:off x="134" y="5792711"/>
            <a:ext cx="67807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3200" b="1" dirty="0">
                <a:latin typeface="Consolas" panose="020B0609020204030204" pitchFamily="49" charset="0"/>
              </a:rPr>
              <a:t>(b)</a:t>
            </a:r>
            <a:endParaRPr lang="ko-KR" altLang="en-US" sz="3200" b="1" dirty="0">
              <a:latin typeface="Consolas" panose="020B0609020204030204" pitchFamily="49" charset="0"/>
            </a:endParaRPr>
          </a:p>
        </p:txBody>
      </p:sp>
      <p:sp>
        <p:nvSpPr>
          <p:cNvPr id="1052" name="직사각형 1051">
            <a:extLst>
              <a:ext uri="{FF2B5EF4-FFF2-40B4-BE49-F238E27FC236}">
                <a16:creationId xmlns:a16="http://schemas.microsoft.com/office/drawing/2014/main" id="{0452EDB5-8B48-8C39-9D48-37BB103AB02D}"/>
              </a:ext>
            </a:extLst>
          </p:cNvPr>
          <p:cNvSpPr/>
          <p:nvPr/>
        </p:nvSpPr>
        <p:spPr>
          <a:xfrm>
            <a:off x="1555138" y="230221"/>
            <a:ext cx="8991703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ko-KR" sz="2200" dirty="0">
                <a:solidFill>
                  <a:srgbClr val="000000"/>
                </a:solidFill>
                <a:latin typeface="Consolas" panose="020B0609020204030204" pitchFamily="49" charset="0"/>
              </a:rPr>
              <a:t>How many words is the </a:t>
            </a:r>
            <a:r>
              <a:rPr lang="en-US" altLang="ko-KR" sz="2200" dirty="0">
                <a:solidFill>
                  <a:srgbClr val="FF7F00"/>
                </a:solidFill>
                <a:latin typeface="Consolas" panose="020B0609020204030204" pitchFamily="49" charset="0"/>
              </a:rPr>
              <a:t>writing</a:t>
            </a:r>
            <a:r>
              <a:rPr lang="en-US" altLang="ko-KR" sz="2200" dirty="0">
                <a:solidFill>
                  <a:srgbClr val="000000"/>
                </a:solidFill>
                <a:latin typeface="Consolas" panose="020B0609020204030204" pitchFamily="49" charset="0"/>
              </a:rPr>
              <a:t> behind the statue of the </a:t>
            </a:r>
            <a:r>
              <a:rPr lang="en-US" altLang="ko-KR" sz="2200" dirty="0">
                <a:solidFill>
                  <a:srgbClr val="76A1F1"/>
                </a:solidFill>
                <a:latin typeface="Consolas" panose="020B0609020204030204" pitchFamily="49" charset="0"/>
              </a:rPr>
              <a:t>president who served with Vice President Hannibal Hamlin</a:t>
            </a:r>
          </a:p>
        </p:txBody>
      </p:sp>
      <p:pic>
        <p:nvPicPr>
          <p:cNvPr id="1053" name="Picture 2" descr="message question&quot; Icon - Download for free – Iconduck">
            <a:extLst>
              <a:ext uri="{FF2B5EF4-FFF2-40B4-BE49-F238E27FC236}">
                <a16:creationId xmlns:a16="http://schemas.microsoft.com/office/drawing/2014/main" id="{3FAB697A-C5AE-E794-478C-7ED4361AA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131" y="386359"/>
            <a:ext cx="393262" cy="376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4" descr="Answer - Free education icons">
            <a:extLst>
              <a:ext uri="{FF2B5EF4-FFF2-40B4-BE49-F238E27FC236}">
                <a16:creationId xmlns:a16="http://schemas.microsoft.com/office/drawing/2014/main" id="{68F0674B-4332-F93F-848A-3444325D7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660" y="394241"/>
            <a:ext cx="419319" cy="419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7" name="직사각형 1056">
            <a:extLst>
              <a:ext uri="{FF2B5EF4-FFF2-40B4-BE49-F238E27FC236}">
                <a16:creationId xmlns:a16="http://schemas.microsoft.com/office/drawing/2014/main" id="{30660AFD-6147-6CAC-0791-826497137636}"/>
              </a:ext>
            </a:extLst>
          </p:cNvPr>
          <p:cNvSpPr/>
          <p:nvPr/>
        </p:nvSpPr>
        <p:spPr>
          <a:xfrm>
            <a:off x="11662506" y="373067"/>
            <a:ext cx="76486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ko-KR" sz="3000" dirty="0">
                <a:solidFill>
                  <a:srgbClr val="000000"/>
                </a:solidFill>
                <a:latin typeface="Consolas" panose="020B0609020204030204" pitchFamily="49" charset="0"/>
              </a:rPr>
              <a:t>24</a:t>
            </a:r>
          </a:p>
        </p:txBody>
      </p:sp>
      <p:sp>
        <p:nvSpPr>
          <p:cNvPr id="1058" name="모서리가 둥근 직사각형 22">
            <a:extLst>
              <a:ext uri="{FF2B5EF4-FFF2-40B4-BE49-F238E27FC236}">
                <a16:creationId xmlns:a16="http://schemas.microsoft.com/office/drawing/2014/main" id="{0E1D5931-00C6-60B9-DC55-86CB49B5035E}"/>
              </a:ext>
            </a:extLst>
          </p:cNvPr>
          <p:cNvSpPr/>
          <p:nvPr/>
        </p:nvSpPr>
        <p:spPr>
          <a:xfrm>
            <a:off x="703905" y="57626"/>
            <a:ext cx="11866533" cy="1035909"/>
          </a:xfrm>
          <a:prstGeom prst="roundRect">
            <a:avLst/>
          </a:prstGeom>
          <a:noFill/>
          <a:ln w="19050">
            <a:solidFill>
              <a:srgbClr val="457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9EC3E7"/>
              </a:solidFill>
            </a:endParaRP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9425C12E-AB3F-6C25-10F0-4115D59E6A00}"/>
              </a:ext>
            </a:extLst>
          </p:cNvPr>
          <p:cNvSpPr txBox="1"/>
          <p:nvPr/>
        </p:nvSpPr>
        <p:spPr>
          <a:xfrm>
            <a:off x="134" y="230229"/>
            <a:ext cx="67807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3200" b="1" dirty="0">
                <a:latin typeface="Consolas" panose="020B0609020204030204" pitchFamily="49" charset="0"/>
              </a:rPr>
              <a:t>(a)</a:t>
            </a:r>
            <a:endParaRPr lang="ko-KR" altLang="en-US" sz="3200" b="1" dirty="0">
              <a:latin typeface="Consolas" panose="020B0609020204030204" pitchFamily="49" charset="0"/>
            </a:endParaRPr>
          </a:p>
        </p:txBody>
      </p:sp>
      <p:cxnSp>
        <p:nvCxnSpPr>
          <p:cNvPr id="1061" name="직선 연결선 1060">
            <a:extLst>
              <a:ext uri="{FF2B5EF4-FFF2-40B4-BE49-F238E27FC236}">
                <a16:creationId xmlns:a16="http://schemas.microsoft.com/office/drawing/2014/main" id="{204F30DC-E53B-7C4C-6EDD-51B1D60DBD96}"/>
              </a:ext>
            </a:extLst>
          </p:cNvPr>
          <p:cNvCxnSpPr/>
          <p:nvPr/>
        </p:nvCxnSpPr>
        <p:spPr>
          <a:xfrm>
            <a:off x="126" y="5608796"/>
            <a:ext cx="12570304" cy="0"/>
          </a:xfrm>
          <a:prstGeom prst="line">
            <a:avLst/>
          </a:prstGeom>
          <a:ln w="38100">
            <a:solidFill>
              <a:srgbClr val="C6BEF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2" name="Picture 10" descr="Lincoln Memorial Inscriptions - Lincoln Memorial (U.S. National Park  Service)">
            <a:extLst>
              <a:ext uri="{FF2B5EF4-FFF2-40B4-BE49-F238E27FC236}">
                <a16:creationId xmlns:a16="http://schemas.microsoft.com/office/drawing/2014/main" id="{563DF54A-3EA8-EEC9-66D8-33A28B743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4238" y="2321010"/>
            <a:ext cx="2311662" cy="1543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18" descr="Webpage - Free seo and web icons">
            <a:extLst>
              <a:ext uri="{FF2B5EF4-FFF2-40B4-BE49-F238E27FC236}">
                <a16:creationId xmlns:a16="http://schemas.microsoft.com/office/drawing/2014/main" id="{D7C53D3F-2084-A0EE-29F2-623B8DBBAE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8" t="12511" r="4307" b="12841"/>
          <a:stretch>
            <a:fillRect/>
          </a:stretch>
        </p:blipFill>
        <p:spPr bwMode="auto">
          <a:xfrm>
            <a:off x="5595976" y="1573357"/>
            <a:ext cx="469658" cy="387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6" name="TextBox 1065">
            <a:extLst>
              <a:ext uri="{FF2B5EF4-FFF2-40B4-BE49-F238E27FC236}">
                <a16:creationId xmlns:a16="http://schemas.microsoft.com/office/drawing/2014/main" id="{4654C832-4492-D746-CF77-28DB22613640}"/>
              </a:ext>
            </a:extLst>
          </p:cNvPr>
          <p:cNvSpPr txBox="1"/>
          <p:nvPr/>
        </p:nvSpPr>
        <p:spPr>
          <a:xfrm>
            <a:off x="6011005" y="1572205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76A1F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Abraham Lincoln</a:t>
            </a:r>
            <a:endParaRPr kumimoji="1" lang="ko-KR" altLang="en-US" b="1" dirty="0">
              <a:solidFill>
                <a:srgbClr val="76A1F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67" name="모서리가 둥근 직사각형 25">
            <a:extLst>
              <a:ext uri="{FF2B5EF4-FFF2-40B4-BE49-F238E27FC236}">
                <a16:creationId xmlns:a16="http://schemas.microsoft.com/office/drawing/2014/main" id="{BADBE4E6-4212-2CBC-3D6C-54485906877A}"/>
              </a:ext>
            </a:extLst>
          </p:cNvPr>
          <p:cNvSpPr/>
          <p:nvPr/>
        </p:nvSpPr>
        <p:spPr>
          <a:xfrm>
            <a:off x="5709981" y="2024853"/>
            <a:ext cx="2309114" cy="2308324"/>
          </a:xfrm>
          <a:prstGeom prst="roundRect">
            <a:avLst>
              <a:gd name="adj" fmla="val 9364"/>
            </a:avLst>
          </a:prstGeom>
          <a:noFill/>
          <a:ln w="19050">
            <a:solidFill>
              <a:srgbClr val="76A1F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rgbClr val="9EC3E7"/>
              </a:solidFill>
            </a:endParaRP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EDF7875F-7F0B-A818-9C6B-2BEBCE9A9817}"/>
              </a:ext>
            </a:extLst>
          </p:cNvPr>
          <p:cNvSpPr txBox="1"/>
          <p:nvPr/>
        </p:nvSpPr>
        <p:spPr>
          <a:xfrm>
            <a:off x="5709980" y="2038451"/>
            <a:ext cx="23091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In August 16, 1837, he </a:t>
            </a:r>
            <a:r>
              <a:rPr lang="en-US" altLang="ko-KR" dirty="0">
                <a:solidFill>
                  <a:srgbClr val="FF7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wrote</a:t>
            </a:r>
            <a:r>
              <a:rPr lang="en-US" altLang="ko-KR" dirty="0">
                <a:latin typeface="Consolas" panose="020B0609020204030204" pitchFamily="49" charset="0"/>
                <a:cs typeface="Consolas" panose="020B0609020204030204" pitchFamily="49" charset="0"/>
              </a:rPr>
              <a:t> Owens a letter</a:t>
            </a:r>
            <a:endParaRPr lang="ko-KR" altLang="en-US" dirty="0">
              <a:solidFill>
                <a:srgbClr val="C896E9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1076" name="표 1075">
            <a:extLst>
              <a:ext uri="{FF2B5EF4-FFF2-40B4-BE49-F238E27FC236}">
                <a16:creationId xmlns:a16="http://schemas.microsoft.com/office/drawing/2014/main" id="{B1EEDA34-8664-D1EC-0880-B798DA3F3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209419"/>
              </p:ext>
            </p:extLst>
          </p:nvPr>
        </p:nvGraphicFramePr>
        <p:xfrm>
          <a:off x="5788727" y="3039864"/>
          <a:ext cx="2107371" cy="115973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748992">
                  <a:extLst>
                    <a:ext uri="{9D8B030D-6E8A-4147-A177-3AD203B41FA5}">
                      <a16:colId xmlns:a16="http://schemas.microsoft.com/office/drawing/2014/main" val="2172533826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1888907991"/>
                    </a:ext>
                  </a:extLst>
                </a:gridCol>
                <a:gridCol w="651797">
                  <a:extLst>
                    <a:ext uri="{9D8B030D-6E8A-4147-A177-3AD203B41FA5}">
                      <a16:colId xmlns:a16="http://schemas.microsoft.com/office/drawing/2014/main" val="1852257860"/>
                    </a:ext>
                  </a:extLst>
                </a:gridCol>
              </a:tblGrid>
              <a:tr h="3062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Office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Name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Term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763744"/>
                  </a:ext>
                </a:extLst>
              </a:tr>
              <a:tr h="37762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President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Abraham Lincoln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1861-1865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462073"/>
                  </a:ext>
                </a:extLst>
              </a:tr>
              <a:tr h="1685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Secretary of State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Willim Seward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/>
                        <a:t>1861-1865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6323833"/>
                  </a:ext>
                </a:extLst>
              </a:tr>
            </a:tbl>
          </a:graphicData>
        </a:graphic>
      </p:graphicFrame>
      <p:cxnSp>
        <p:nvCxnSpPr>
          <p:cNvPr id="1078" name="직선 연결선 1077">
            <a:extLst>
              <a:ext uri="{FF2B5EF4-FFF2-40B4-BE49-F238E27FC236}">
                <a16:creationId xmlns:a16="http://schemas.microsoft.com/office/drawing/2014/main" id="{E8FAEA96-1B7B-337C-792D-0D9DC5ECC990}"/>
              </a:ext>
            </a:extLst>
          </p:cNvPr>
          <p:cNvCxnSpPr>
            <a:cxnSpLocks/>
            <a:endCxn id="1064" idx="2"/>
          </p:cNvCxnSpPr>
          <p:nvPr/>
        </p:nvCxnSpPr>
        <p:spPr>
          <a:xfrm flipV="1">
            <a:off x="4639333" y="1960384"/>
            <a:ext cx="1191472" cy="1783657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9" name="직선 연결선 1078">
            <a:extLst>
              <a:ext uri="{FF2B5EF4-FFF2-40B4-BE49-F238E27FC236}">
                <a16:creationId xmlns:a16="http://schemas.microsoft.com/office/drawing/2014/main" id="{9242EB01-556C-FD51-F77F-8C8C53C83E23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4643370" y="1766863"/>
            <a:ext cx="3610066" cy="1983206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2" name="직선 연결선 1081">
            <a:extLst>
              <a:ext uri="{FF2B5EF4-FFF2-40B4-BE49-F238E27FC236}">
                <a16:creationId xmlns:a16="http://schemas.microsoft.com/office/drawing/2014/main" id="{CBBDE8CA-CDB8-E777-D3D4-848F575C9CEA}"/>
              </a:ext>
            </a:extLst>
          </p:cNvPr>
          <p:cNvCxnSpPr>
            <a:cxnSpLocks/>
          </p:cNvCxnSpPr>
          <p:nvPr/>
        </p:nvCxnSpPr>
        <p:spPr>
          <a:xfrm flipV="1">
            <a:off x="3750228" y="3730179"/>
            <a:ext cx="898687" cy="1525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5" name="직선 연결선 1084">
            <a:extLst>
              <a:ext uri="{FF2B5EF4-FFF2-40B4-BE49-F238E27FC236}">
                <a16:creationId xmlns:a16="http://schemas.microsoft.com/office/drawing/2014/main" id="{532B1C41-5915-F09A-548B-C526EF9B39EB}"/>
              </a:ext>
            </a:extLst>
          </p:cNvPr>
          <p:cNvCxnSpPr>
            <a:cxnSpLocks/>
          </p:cNvCxnSpPr>
          <p:nvPr/>
        </p:nvCxnSpPr>
        <p:spPr>
          <a:xfrm flipV="1">
            <a:off x="3750228" y="4015862"/>
            <a:ext cx="898687" cy="1525"/>
          </a:xfrm>
          <a:prstGeom prst="line">
            <a:avLst/>
          </a:pr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8" name="말풍선: 모서리가 둥근 사각형 1087">
            <a:extLst>
              <a:ext uri="{FF2B5EF4-FFF2-40B4-BE49-F238E27FC236}">
                <a16:creationId xmlns:a16="http://schemas.microsoft.com/office/drawing/2014/main" id="{7598DBB1-2B14-7C19-3CA7-A294DA6FFFBC}"/>
              </a:ext>
            </a:extLst>
          </p:cNvPr>
          <p:cNvSpPr/>
          <p:nvPr/>
        </p:nvSpPr>
        <p:spPr>
          <a:xfrm>
            <a:off x="1564856" y="4597848"/>
            <a:ext cx="3757174" cy="869631"/>
          </a:xfrm>
          <a:prstGeom prst="wedgeRoundRectCallout">
            <a:avLst>
              <a:gd name="adj1" fmla="val -55418"/>
              <a:gd name="adj2" fmla="val 9926"/>
              <a:gd name="adj3" fmla="val 16667"/>
            </a:avLst>
          </a:prstGeom>
          <a:noFill/>
          <a:ln>
            <a:solidFill>
              <a:srgbClr val="C896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Consolas" panose="020B0609020204030204" pitchFamily="49" charset="0"/>
              </a:rPr>
              <a:t>According to my vector search, I can only find that Abraham Lincoln </a:t>
            </a:r>
            <a:r>
              <a:rPr lang="en-US" altLang="ko-KR" sz="1600" dirty="0">
                <a:solidFill>
                  <a:srgbClr val="FF7F00"/>
                </a:solidFill>
                <a:latin typeface="Consolas" panose="020B0609020204030204" pitchFamily="49" charset="0"/>
              </a:rPr>
              <a:t>wrote a letter to Owens</a:t>
            </a:r>
            <a:r>
              <a:rPr lang="en-US" altLang="ko-KR" sz="1600" dirty="0">
                <a:solidFill>
                  <a:schemeClr val="tx1"/>
                </a:solidFill>
                <a:latin typeface="Consolas" panose="020B0609020204030204" pitchFamily="49" charset="0"/>
              </a:rPr>
              <a:t>!</a:t>
            </a:r>
            <a:endParaRPr lang="ko-KR" alt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901E3E92-4516-5E3C-0361-723AEC742312}"/>
              </a:ext>
            </a:extLst>
          </p:cNvPr>
          <p:cNvSpPr txBox="1"/>
          <p:nvPr/>
        </p:nvSpPr>
        <p:spPr>
          <a:xfrm>
            <a:off x="3495490" y="1129033"/>
            <a:ext cx="419938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b="1" dirty="0">
                <a:solidFill>
                  <a:srgbClr val="812CF0"/>
                </a:solidFill>
              </a:rPr>
              <a:t>Multimodal Documents</a:t>
            </a:r>
            <a:endParaRPr kumimoji="1" lang="ko-KR" altLang="en-US" b="1" dirty="0">
              <a:solidFill>
                <a:srgbClr val="812CF0"/>
              </a:solidFill>
            </a:endParaRP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B239C840-E046-4D35-73BD-6FDA7B04FC32}"/>
              </a:ext>
            </a:extLst>
          </p:cNvPr>
          <p:cNvSpPr txBox="1"/>
          <p:nvPr/>
        </p:nvSpPr>
        <p:spPr>
          <a:xfrm>
            <a:off x="63121" y="1127638"/>
            <a:ext cx="343236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ko-KR" b="1" dirty="0">
                <a:solidFill>
                  <a:srgbClr val="812CF0"/>
                </a:solidFill>
              </a:rPr>
              <a:t>Retrieval Plan</a:t>
            </a:r>
            <a:endParaRPr kumimoji="1" lang="ko-KR" altLang="en-US" b="1" dirty="0">
              <a:solidFill>
                <a:srgbClr val="812CF0"/>
              </a:solidFill>
            </a:endParaRPr>
          </a:p>
        </p:txBody>
      </p:sp>
      <p:pic>
        <p:nvPicPr>
          <p:cNvPr id="5" name="Picture 2" descr="Golden retriever - Free animals icons">
            <a:extLst>
              <a:ext uri="{FF2B5EF4-FFF2-40B4-BE49-F238E27FC236}">
                <a16:creationId xmlns:a16="http://schemas.microsoft.com/office/drawing/2014/main" id="{85B6B5D1-AFC0-7181-339E-E2BD2D0A5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05" y="4624676"/>
            <a:ext cx="824808" cy="82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3689AB4-044F-FE02-4BC9-6BB26C37A140}"/>
              </a:ext>
            </a:extLst>
          </p:cNvPr>
          <p:cNvSpPr txBox="1"/>
          <p:nvPr/>
        </p:nvSpPr>
        <p:spPr>
          <a:xfrm>
            <a:off x="-51886" y="4916183"/>
            <a:ext cx="1061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7F00"/>
                </a:solidFill>
              </a:rPr>
              <a:t>Graph</a:t>
            </a:r>
          </a:p>
          <a:p>
            <a:r>
              <a:rPr kumimoji="1" lang="en-US" altLang="ko-KR" b="1" dirty="0">
                <a:solidFill>
                  <a:srgbClr val="FF7F00"/>
                </a:solidFill>
              </a:rPr>
              <a:t>Retriever</a:t>
            </a:r>
            <a:endParaRPr kumimoji="1" lang="ko-KR" altLang="en-US" b="1" dirty="0">
              <a:solidFill>
                <a:srgbClr val="FF7F00"/>
              </a:solidFill>
            </a:endParaRPr>
          </a:p>
        </p:txBody>
      </p:sp>
      <p:pic>
        <p:nvPicPr>
          <p:cNvPr id="9" name="Picture 2" descr="Golden retriever - Free animals icons">
            <a:extLst>
              <a:ext uri="{FF2B5EF4-FFF2-40B4-BE49-F238E27FC236}">
                <a16:creationId xmlns:a16="http://schemas.microsoft.com/office/drawing/2014/main" id="{F0107812-89E8-C86C-0F4A-5B6803412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05" y="9279946"/>
            <a:ext cx="824808" cy="82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74F7A3-6065-6B25-CF70-04B96080BED7}"/>
              </a:ext>
            </a:extLst>
          </p:cNvPr>
          <p:cNvSpPr txBox="1"/>
          <p:nvPr/>
        </p:nvSpPr>
        <p:spPr>
          <a:xfrm>
            <a:off x="-51886" y="9571453"/>
            <a:ext cx="1061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>
                <a:solidFill>
                  <a:srgbClr val="FF7F00"/>
                </a:solidFill>
              </a:rPr>
              <a:t>Graph</a:t>
            </a:r>
          </a:p>
          <a:p>
            <a:r>
              <a:rPr kumimoji="1" lang="en-US" altLang="ko-KR" b="1" dirty="0">
                <a:solidFill>
                  <a:srgbClr val="FF7F00"/>
                </a:solidFill>
              </a:rPr>
              <a:t>Retriever</a:t>
            </a:r>
            <a:endParaRPr kumimoji="1" lang="ko-KR" altLang="en-US" b="1" dirty="0">
              <a:solidFill>
                <a:srgbClr val="FF7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88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1205</TotalTime>
  <Words>260</Words>
  <Application>Microsoft Macintosh PowerPoint</Application>
  <PresentationFormat>사용자 지정</PresentationFormat>
  <Paragraphs>42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Office 2013 - 2022 테마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Joohyung</dc:creator>
  <cp:keywords/>
  <dc:description/>
  <cp:lastModifiedBy>윤주형(컴퓨터공학과)</cp:lastModifiedBy>
  <cp:revision>54</cp:revision>
  <dcterms:created xsi:type="dcterms:W3CDTF">2024-09-14T05:59:36Z</dcterms:created>
  <dcterms:modified xsi:type="dcterms:W3CDTF">2026-01-29T11:54:12Z</dcterms:modified>
  <cp:category/>
</cp:coreProperties>
</file>