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04" r:id="rId1"/>
  </p:sldMasterIdLst>
  <p:notesMasterIdLst>
    <p:notesMasterId r:id="rId3"/>
  </p:notesMasterIdLst>
  <p:sldIdLst>
    <p:sldId id="262" r:id="rId2"/>
  </p:sldIdLst>
  <p:sldSz cx="8099425" cy="485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ohyung" initials="J" lastIdx="1" clrIdx="0">
    <p:extLst>
      <p:ext uri="{19B8F6BF-5375-455C-9EA6-DF929625EA0E}">
        <p15:presenceInfo xmlns:p15="http://schemas.microsoft.com/office/powerpoint/2012/main" userId="39212477a1bd1ff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76F9"/>
    <a:srgbClr val="6358F5"/>
    <a:srgbClr val="5E5EF6"/>
    <a:srgbClr val="812CF0"/>
    <a:srgbClr val="CCE7FF"/>
    <a:srgbClr val="E3DEFF"/>
    <a:srgbClr val="D6E1FF"/>
    <a:srgbClr val="5F5DF7"/>
    <a:srgbClr val="EDF1FF"/>
    <a:srgbClr val="B9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7831"/>
  </p:normalViewPr>
  <p:slideViewPr>
    <p:cSldViewPr snapToGrid="0">
      <p:cViewPr varScale="1">
        <p:scale>
          <a:sx n="225" d="100"/>
          <a:sy n="225" d="100"/>
        </p:scale>
        <p:origin x="1472" y="11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40DA5-150F-9D4E-AC2E-0311C81817E9}" type="datetimeFigureOut">
              <a:rPr kumimoji="1" lang="ko-KR" altLang="en-US" smtClean="0"/>
              <a:t>2026-01-29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90DAB-5E88-FE4D-9028-AC177F348C6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51997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4882D-3E60-2CA4-C610-3116B4F94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650E26-E447-BDD2-724D-0D356F35F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4FE6E4-B06B-EBEE-8AC1-C2EA76639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4E17CB-CB55-F8B2-3A23-7C9B8C4CA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0DAB-5E88-FE4D-9028-AC177F348C6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3392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2428" y="795267"/>
            <a:ext cx="6074569" cy="1691770"/>
          </a:xfrm>
        </p:spPr>
        <p:txBody>
          <a:bodyPr anchor="b"/>
          <a:lstStyle>
            <a:lvl1pPr algn="ctr">
              <a:defRPr sz="398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2428" y="2552278"/>
            <a:ext cx="6074569" cy="1173215"/>
          </a:xfrm>
        </p:spPr>
        <p:txBody>
          <a:bodyPr/>
          <a:lstStyle>
            <a:lvl1pPr marL="0" indent="0" algn="ctr">
              <a:buNone/>
              <a:defRPr sz="1594"/>
            </a:lvl1pPr>
            <a:lvl2pPr marL="303718" indent="0" algn="ctr">
              <a:buNone/>
              <a:defRPr sz="1329"/>
            </a:lvl2pPr>
            <a:lvl3pPr marL="607436" indent="0" algn="ctr">
              <a:buNone/>
              <a:defRPr sz="1196"/>
            </a:lvl3pPr>
            <a:lvl4pPr marL="911154" indent="0" algn="ctr">
              <a:buNone/>
              <a:defRPr sz="1063"/>
            </a:lvl4pPr>
            <a:lvl5pPr marL="1214872" indent="0" algn="ctr">
              <a:buNone/>
              <a:defRPr sz="1063"/>
            </a:lvl5pPr>
            <a:lvl6pPr marL="1518590" indent="0" algn="ctr">
              <a:buNone/>
              <a:defRPr sz="1063"/>
            </a:lvl6pPr>
            <a:lvl7pPr marL="1822308" indent="0" algn="ctr">
              <a:buNone/>
              <a:defRPr sz="1063"/>
            </a:lvl7pPr>
            <a:lvl8pPr marL="2126026" indent="0" algn="ctr">
              <a:buNone/>
              <a:defRPr sz="1063"/>
            </a:lvl8pPr>
            <a:lvl9pPr marL="2429744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2026-01-29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84317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2026-01-29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7061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617" y="1211461"/>
            <a:ext cx="6985754" cy="2021349"/>
          </a:xfrm>
        </p:spPr>
        <p:txBody>
          <a:bodyPr anchor="b"/>
          <a:lstStyle>
            <a:lvl1pPr>
              <a:defRPr sz="398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2617" y="3251933"/>
            <a:ext cx="6985754" cy="1062980"/>
          </a:xfrm>
        </p:spPr>
        <p:txBody>
          <a:bodyPr/>
          <a:lstStyle>
            <a:lvl1pPr marL="0" indent="0">
              <a:buNone/>
              <a:defRPr sz="1594">
                <a:solidFill>
                  <a:schemeClr val="tx1">
                    <a:tint val="82000"/>
                  </a:schemeClr>
                </a:solidFill>
              </a:defRPr>
            </a:lvl1pPr>
            <a:lvl2pPr marL="303718" indent="0">
              <a:buNone/>
              <a:defRPr sz="1329">
                <a:solidFill>
                  <a:schemeClr val="tx1">
                    <a:tint val="82000"/>
                  </a:schemeClr>
                </a:solidFill>
              </a:defRPr>
            </a:lvl2pPr>
            <a:lvl3pPr marL="607436" indent="0">
              <a:buNone/>
              <a:defRPr sz="1196">
                <a:solidFill>
                  <a:schemeClr val="tx1">
                    <a:tint val="82000"/>
                  </a:schemeClr>
                </a:solidFill>
              </a:defRPr>
            </a:lvl3pPr>
            <a:lvl4pPr marL="911154" indent="0">
              <a:buNone/>
              <a:defRPr sz="1063">
                <a:solidFill>
                  <a:schemeClr val="tx1">
                    <a:tint val="82000"/>
                  </a:schemeClr>
                </a:solidFill>
              </a:defRPr>
            </a:lvl4pPr>
            <a:lvl5pPr marL="1214872" indent="0">
              <a:buNone/>
              <a:defRPr sz="1063">
                <a:solidFill>
                  <a:schemeClr val="tx1">
                    <a:tint val="82000"/>
                  </a:schemeClr>
                </a:solidFill>
              </a:defRPr>
            </a:lvl5pPr>
            <a:lvl6pPr marL="1518590" indent="0">
              <a:buNone/>
              <a:defRPr sz="1063">
                <a:solidFill>
                  <a:schemeClr val="tx1">
                    <a:tint val="82000"/>
                  </a:schemeClr>
                </a:solidFill>
              </a:defRPr>
            </a:lvl6pPr>
            <a:lvl7pPr marL="1822308" indent="0">
              <a:buNone/>
              <a:defRPr sz="1063">
                <a:solidFill>
                  <a:schemeClr val="tx1">
                    <a:tint val="82000"/>
                  </a:schemeClr>
                </a:solidFill>
              </a:defRPr>
            </a:lvl7pPr>
            <a:lvl8pPr marL="2126026" indent="0">
              <a:buNone/>
              <a:defRPr sz="1063">
                <a:solidFill>
                  <a:schemeClr val="tx1">
                    <a:tint val="82000"/>
                  </a:schemeClr>
                </a:solidFill>
              </a:defRPr>
            </a:lvl8pPr>
            <a:lvl9pPr marL="2429744" indent="0">
              <a:buNone/>
              <a:defRPr sz="106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2026-01-29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157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6835" y="1293574"/>
            <a:ext cx="3442256" cy="308320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0334" y="1293574"/>
            <a:ext cx="3442256" cy="308320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2026-01-29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96668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890" y="258715"/>
            <a:ext cx="6985754" cy="93924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7891" y="1191213"/>
            <a:ext cx="3426436" cy="583795"/>
          </a:xfrm>
        </p:spPr>
        <p:txBody>
          <a:bodyPr anchor="b"/>
          <a:lstStyle>
            <a:lvl1pPr marL="0" indent="0">
              <a:buNone/>
              <a:defRPr sz="1594" b="1"/>
            </a:lvl1pPr>
            <a:lvl2pPr marL="303718" indent="0">
              <a:buNone/>
              <a:defRPr sz="1329" b="1"/>
            </a:lvl2pPr>
            <a:lvl3pPr marL="607436" indent="0">
              <a:buNone/>
              <a:defRPr sz="1196" b="1"/>
            </a:lvl3pPr>
            <a:lvl4pPr marL="911154" indent="0">
              <a:buNone/>
              <a:defRPr sz="1063" b="1"/>
            </a:lvl4pPr>
            <a:lvl5pPr marL="1214872" indent="0">
              <a:buNone/>
              <a:defRPr sz="1063" b="1"/>
            </a:lvl5pPr>
            <a:lvl6pPr marL="1518590" indent="0">
              <a:buNone/>
              <a:defRPr sz="1063" b="1"/>
            </a:lvl6pPr>
            <a:lvl7pPr marL="1822308" indent="0">
              <a:buNone/>
              <a:defRPr sz="1063" b="1"/>
            </a:lvl7pPr>
            <a:lvl8pPr marL="2126026" indent="0">
              <a:buNone/>
              <a:defRPr sz="1063" b="1"/>
            </a:lvl8pPr>
            <a:lvl9pPr marL="2429744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891" y="1775008"/>
            <a:ext cx="3426436" cy="26107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00334" y="1191213"/>
            <a:ext cx="3443311" cy="583795"/>
          </a:xfrm>
        </p:spPr>
        <p:txBody>
          <a:bodyPr anchor="b"/>
          <a:lstStyle>
            <a:lvl1pPr marL="0" indent="0">
              <a:buNone/>
              <a:defRPr sz="1594" b="1"/>
            </a:lvl1pPr>
            <a:lvl2pPr marL="303718" indent="0">
              <a:buNone/>
              <a:defRPr sz="1329" b="1"/>
            </a:lvl2pPr>
            <a:lvl3pPr marL="607436" indent="0">
              <a:buNone/>
              <a:defRPr sz="1196" b="1"/>
            </a:lvl3pPr>
            <a:lvl4pPr marL="911154" indent="0">
              <a:buNone/>
              <a:defRPr sz="1063" b="1"/>
            </a:lvl4pPr>
            <a:lvl5pPr marL="1214872" indent="0">
              <a:buNone/>
              <a:defRPr sz="1063" b="1"/>
            </a:lvl5pPr>
            <a:lvl6pPr marL="1518590" indent="0">
              <a:buNone/>
              <a:defRPr sz="1063" b="1"/>
            </a:lvl6pPr>
            <a:lvl7pPr marL="1822308" indent="0">
              <a:buNone/>
              <a:defRPr sz="1063" b="1"/>
            </a:lvl7pPr>
            <a:lvl8pPr marL="2126026" indent="0">
              <a:buNone/>
              <a:defRPr sz="1063" b="1"/>
            </a:lvl8pPr>
            <a:lvl9pPr marL="2429744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00334" y="1775008"/>
            <a:ext cx="3443311" cy="26107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2026-01-29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141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2026-01-29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8517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2026-01-29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0849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891" y="323956"/>
            <a:ext cx="2612275" cy="1133846"/>
          </a:xfrm>
        </p:spPr>
        <p:txBody>
          <a:bodyPr anchor="b"/>
          <a:lstStyle>
            <a:lvl1pPr>
              <a:defRPr sz="212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3311" y="699655"/>
            <a:ext cx="4100334" cy="3453280"/>
          </a:xfrm>
        </p:spPr>
        <p:txBody>
          <a:bodyPr/>
          <a:lstStyle>
            <a:lvl1pPr>
              <a:defRPr sz="2126"/>
            </a:lvl1pPr>
            <a:lvl2pPr>
              <a:defRPr sz="1860"/>
            </a:lvl2pPr>
            <a:lvl3pPr>
              <a:defRPr sz="1594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7891" y="1457802"/>
            <a:ext cx="2612275" cy="2700757"/>
          </a:xfrm>
        </p:spPr>
        <p:txBody>
          <a:bodyPr/>
          <a:lstStyle>
            <a:lvl1pPr marL="0" indent="0">
              <a:buNone/>
              <a:defRPr sz="1063"/>
            </a:lvl1pPr>
            <a:lvl2pPr marL="303718" indent="0">
              <a:buNone/>
              <a:defRPr sz="930"/>
            </a:lvl2pPr>
            <a:lvl3pPr marL="607436" indent="0">
              <a:buNone/>
              <a:defRPr sz="797"/>
            </a:lvl3pPr>
            <a:lvl4pPr marL="911154" indent="0">
              <a:buNone/>
              <a:defRPr sz="664"/>
            </a:lvl4pPr>
            <a:lvl5pPr marL="1214872" indent="0">
              <a:buNone/>
              <a:defRPr sz="664"/>
            </a:lvl5pPr>
            <a:lvl6pPr marL="1518590" indent="0">
              <a:buNone/>
              <a:defRPr sz="664"/>
            </a:lvl6pPr>
            <a:lvl7pPr marL="1822308" indent="0">
              <a:buNone/>
              <a:defRPr sz="664"/>
            </a:lvl7pPr>
            <a:lvl8pPr marL="2126026" indent="0">
              <a:buNone/>
              <a:defRPr sz="664"/>
            </a:lvl8pPr>
            <a:lvl9pPr marL="2429744" indent="0">
              <a:buNone/>
              <a:defRPr sz="66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2026-01-29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8634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891" y="323956"/>
            <a:ext cx="2612275" cy="1133846"/>
          </a:xfrm>
        </p:spPr>
        <p:txBody>
          <a:bodyPr anchor="b"/>
          <a:lstStyle>
            <a:lvl1pPr>
              <a:defRPr sz="212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43311" y="699655"/>
            <a:ext cx="4100334" cy="3453280"/>
          </a:xfrm>
        </p:spPr>
        <p:txBody>
          <a:bodyPr anchor="t"/>
          <a:lstStyle>
            <a:lvl1pPr marL="0" indent="0">
              <a:buNone/>
              <a:defRPr sz="2126"/>
            </a:lvl1pPr>
            <a:lvl2pPr marL="303718" indent="0">
              <a:buNone/>
              <a:defRPr sz="1860"/>
            </a:lvl2pPr>
            <a:lvl3pPr marL="607436" indent="0">
              <a:buNone/>
              <a:defRPr sz="1594"/>
            </a:lvl3pPr>
            <a:lvl4pPr marL="911154" indent="0">
              <a:buNone/>
              <a:defRPr sz="1329"/>
            </a:lvl4pPr>
            <a:lvl5pPr marL="1214872" indent="0">
              <a:buNone/>
              <a:defRPr sz="1329"/>
            </a:lvl5pPr>
            <a:lvl6pPr marL="1518590" indent="0">
              <a:buNone/>
              <a:defRPr sz="1329"/>
            </a:lvl6pPr>
            <a:lvl7pPr marL="1822308" indent="0">
              <a:buNone/>
              <a:defRPr sz="1329"/>
            </a:lvl7pPr>
            <a:lvl8pPr marL="2126026" indent="0">
              <a:buNone/>
              <a:defRPr sz="1329"/>
            </a:lvl8pPr>
            <a:lvl9pPr marL="2429744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7891" y="1457802"/>
            <a:ext cx="2612275" cy="2700757"/>
          </a:xfrm>
        </p:spPr>
        <p:txBody>
          <a:bodyPr/>
          <a:lstStyle>
            <a:lvl1pPr marL="0" indent="0">
              <a:buNone/>
              <a:defRPr sz="1063"/>
            </a:lvl1pPr>
            <a:lvl2pPr marL="303718" indent="0">
              <a:buNone/>
              <a:defRPr sz="930"/>
            </a:lvl2pPr>
            <a:lvl3pPr marL="607436" indent="0">
              <a:buNone/>
              <a:defRPr sz="797"/>
            </a:lvl3pPr>
            <a:lvl4pPr marL="911154" indent="0">
              <a:buNone/>
              <a:defRPr sz="664"/>
            </a:lvl4pPr>
            <a:lvl5pPr marL="1214872" indent="0">
              <a:buNone/>
              <a:defRPr sz="664"/>
            </a:lvl5pPr>
            <a:lvl6pPr marL="1518590" indent="0">
              <a:buNone/>
              <a:defRPr sz="664"/>
            </a:lvl6pPr>
            <a:lvl7pPr marL="1822308" indent="0">
              <a:buNone/>
              <a:defRPr sz="664"/>
            </a:lvl7pPr>
            <a:lvl8pPr marL="2126026" indent="0">
              <a:buNone/>
              <a:defRPr sz="664"/>
            </a:lvl8pPr>
            <a:lvl9pPr marL="2429744" indent="0">
              <a:buNone/>
              <a:defRPr sz="66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2026-01-29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16930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2026-01-29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151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796151" y="258715"/>
            <a:ext cx="1746439" cy="411806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6835" y="258715"/>
            <a:ext cx="5138073" cy="411806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2026-01-29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20537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6836" y="258715"/>
            <a:ext cx="6985754" cy="939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836" y="1293574"/>
            <a:ext cx="6985754" cy="3083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6835" y="4503887"/>
            <a:ext cx="1822371" cy="258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0250BB-31FE-7D46-97AE-E99768DE2746}" type="datetimeFigureOut">
              <a:rPr kumimoji="1" lang="ko-KR" altLang="en-US" smtClean="0"/>
              <a:t>2026-01-29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82935" y="4503887"/>
            <a:ext cx="2733556" cy="258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219" y="4503887"/>
            <a:ext cx="1822371" cy="258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3156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</p:sldLayoutIdLst>
  <p:txStyles>
    <p:titleStyle>
      <a:lvl1pPr algn="l" defTabSz="607436" rtl="0" eaLnBrk="1" latinLnBrk="1" hangingPunct="1">
        <a:lnSpc>
          <a:spcPct val="90000"/>
        </a:lnSpc>
        <a:spcBef>
          <a:spcPct val="0"/>
        </a:spcBef>
        <a:buNone/>
        <a:defRPr sz="29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859" indent="-151859" algn="l" defTabSz="607436" rtl="0" eaLnBrk="1" latinLnBrk="1" hangingPunct="1">
        <a:lnSpc>
          <a:spcPct val="90000"/>
        </a:lnSpc>
        <a:spcBef>
          <a:spcPts val="664"/>
        </a:spcBef>
        <a:buFont typeface="Arial" panose="020B0604020202020204" pitchFamily="34" charset="0"/>
        <a:buChar char="•"/>
        <a:defRPr sz="1860" kern="1200">
          <a:solidFill>
            <a:schemeClr val="tx1"/>
          </a:solidFill>
          <a:latin typeface="+mn-lt"/>
          <a:ea typeface="+mn-ea"/>
          <a:cs typeface="+mn-cs"/>
        </a:defRPr>
      </a:lvl1pPr>
      <a:lvl2pPr marL="455577" indent="-151859" algn="l" defTabSz="607436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2pPr>
      <a:lvl3pPr marL="759295" indent="-151859" algn="l" defTabSz="607436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013" indent="-151859" algn="l" defTabSz="607436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6731" indent="-151859" algn="l" defTabSz="607436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0449" indent="-151859" algn="l" defTabSz="607436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4167" indent="-151859" algn="l" defTabSz="607436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7885" indent="-151859" algn="l" defTabSz="607436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1603" indent="-151859" algn="l" defTabSz="607436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436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718" algn="l" defTabSz="607436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436" algn="l" defTabSz="607436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154" algn="l" defTabSz="607436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4872" algn="l" defTabSz="607436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8590" algn="l" defTabSz="607436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2308" algn="l" defTabSz="607436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026" algn="l" defTabSz="607436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29744" algn="l" defTabSz="607436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139B-1C17-E4AE-5DA5-C10A85A6E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1" name="그룹 870">
            <a:extLst>
              <a:ext uri="{FF2B5EF4-FFF2-40B4-BE49-F238E27FC236}">
                <a16:creationId xmlns:a16="http://schemas.microsoft.com/office/drawing/2014/main" id="{21F5055A-0CBC-9821-BE74-D723CB1B0161}"/>
              </a:ext>
            </a:extLst>
          </p:cNvPr>
          <p:cNvGrpSpPr/>
          <p:nvPr/>
        </p:nvGrpSpPr>
        <p:grpSpPr>
          <a:xfrm>
            <a:off x="2711610" y="2528652"/>
            <a:ext cx="5127234" cy="1110403"/>
            <a:chOff x="11336656" y="4720846"/>
            <a:chExt cx="5127234" cy="884771"/>
          </a:xfrm>
          <a:solidFill>
            <a:srgbClr val="E3DEFF"/>
          </a:solidFill>
        </p:grpSpPr>
        <p:sp>
          <p:nvSpPr>
            <p:cNvPr id="872" name="직사각형 871">
              <a:extLst>
                <a:ext uri="{FF2B5EF4-FFF2-40B4-BE49-F238E27FC236}">
                  <a16:creationId xmlns:a16="http://schemas.microsoft.com/office/drawing/2014/main" id="{C096F1E4-62DE-8FC5-40AC-93B6E16A2A17}"/>
                </a:ext>
              </a:extLst>
            </p:cNvPr>
            <p:cNvSpPr/>
            <p:nvPr/>
          </p:nvSpPr>
          <p:spPr>
            <a:xfrm>
              <a:off x="13644352" y="4720846"/>
              <a:ext cx="519057" cy="88471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873" name="직각 삼각형[R] 872">
              <a:extLst>
                <a:ext uri="{FF2B5EF4-FFF2-40B4-BE49-F238E27FC236}">
                  <a16:creationId xmlns:a16="http://schemas.microsoft.com/office/drawing/2014/main" id="{67C83829-D200-4E53-A1A3-C10078221D2B}"/>
                </a:ext>
              </a:extLst>
            </p:cNvPr>
            <p:cNvSpPr/>
            <p:nvPr/>
          </p:nvSpPr>
          <p:spPr>
            <a:xfrm rot="10800000">
              <a:off x="11336656" y="4722941"/>
              <a:ext cx="2307695" cy="87719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874" name="직각 삼각형[R] 873">
              <a:extLst>
                <a:ext uri="{FF2B5EF4-FFF2-40B4-BE49-F238E27FC236}">
                  <a16:creationId xmlns:a16="http://schemas.microsoft.com/office/drawing/2014/main" id="{1610955A-2922-AD87-C341-31ADE88AD55E}"/>
                </a:ext>
              </a:extLst>
            </p:cNvPr>
            <p:cNvSpPr/>
            <p:nvPr/>
          </p:nvSpPr>
          <p:spPr>
            <a:xfrm>
              <a:off x="14156195" y="4728421"/>
              <a:ext cx="2307695" cy="877196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</p:grp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A44B014-079B-F758-2395-DCB563FE4969}"/>
              </a:ext>
            </a:extLst>
          </p:cNvPr>
          <p:cNvSpPr/>
          <p:nvPr/>
        </p:nvSpPr>
        <p:spPr>
          <a:xfrm>
            <a:off x="102097" y="90344"/>
            <a:ext cx="2291833" cy="4678650"/>
          </a:xfrm>
          <a:prstGeom prst="roundRect">
            <a:avLst>
              <a:gd name="adj" fmla="val 5824"/>
            </a:avLst>
          </a:prstGeom>
          <a:noFill/>
          <a:ln w="28575">
            <a:solidFill>
              <a:srgbClr val="457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1" name="모서리가 둥근 직사각형 570">
            <a:extLst>
              <a:ext uri="{FF2B5EF4-FFF2-40B4-BE49-F238E27FC236}">
                <a16:creationId xmlns:a16="http://schemas.microsoft.com/office/drawing/2014/main" id="{6A74FFDE-7673-C6FB-C40A-BE215F2F7A4D}"/>
              </a:ext>
            </a:extLst>
          </p:cNvPr>
          <p:cNvSpPr/>
          <p:nvPr/>
        </p:nvSpPr>
        <p:spPr>
          <a:xfrm>
            <a:off x="2512430" y="108303"/>
            <a:ext cx="5469670" cy="3616845"/>
          </a:xfrm>
          <a:prstGeom prst="roundRect">
            <a:avLst>
              <a:gd name="adj" fmla="val 5824"/>
            </a:avLst>
          </a:prstGeom>
          <a:noFill/>
          <a:ln w="28575">
            <a:solidFill>
              <a:srgbClr val="457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5" name="모서리가 둥근 직사각형 574">
            <a:extLst>
              <a:ext uri="{FF2B5EF4-FFF2-40B4-BE49-F238E27FC236}">
                <a16:creationId xmlns:a16="http://schemas.microsoft.com/office/drawing/2014/main" id="{20E5CE2F-D88D-BD5F-A356-2D83223EEDCC}"/>
              </a:ext>
            </a:extLst>
          </p:cNvPr>
          <p:cNvSpPr/>
          <p:nvPr/>
        </p:nvSpPr>
        <p:spPr>
          <a:xfrm>
            <a:off x="941636" y="1789761"/>
            <a:ext cx="1113922" cy="1985433"/>
          </a:xfrm>
          <a:prstGeom prst="roundRect">
            <a:avLst>
              <a:gd name="adj" fmla="val 9305"/>
            </a:avLst>
          </a:prstGeom>
          <a:noFill/>
          <a:ln w="19050">
            <a:solidFill>
              <a:srgbClr val="AD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6" name="TextBox 575">
                <a:extLst>
                  <a:ext uri="{FF2B5EF4-FFF2-40B4-BE49-F238E27FC236}">
                    <a16:creationId xmlns:a16="http://schemas.microsoft.com/office/drawing/2014/main" id="{4717CD83-4909-50F8-3BF8-D76764201646}"/>
                  </a:ext>
                </a:extLst>
              </p:cNvPr>
              <p:cNvSpPr txBox="1"/>
              <p:nvPr/>
            </p:nvSpPr>
            <p:spPr>
              <a:xfrm>
                <a:off x="485524" y="608234"/>
                <a:ext cx="295274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3000" i="1">
                              <a:solidFill>
                                <a:srgbClr val="AE33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3000" i="1">
                              <a:solidFill>
                                <a:srgbClr val="AE33FF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ko-KR" sz="3000" i="1">
                              <a:solidFill>
                                <a:srgbClr val="AE33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3000" dirty="0">
                  <a:solidFill>
                    <a:srgbClr val="AE33FF"/>
                  </a:solidFill>
                </a:endParaRPr>
              </a:p>
            </p:txBody>
          </p:sp>
        </mc:Choice>
        <mc:Fallback xmlns="">
          <p:sp>
            <p:nvSpPr>
              <p:cNvPr id="576" name="TextBox 575">
                <a:extLst>
                  <a:ext uri="{FF2B5EF4-FFF2-40B4-BE49-F238E27FC236}">
                    <a16:creationId xmlns:a16="http://schemas.microsoft.com/office/drawing/2014/main" id="{4717CD83-4909-50F8-3BF8-D76764201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24" y="608234"/>
                <a:ext cx="295274" cy="461665"/>
              </a:xfrm>
              <a:prstGeom prst="rect">
                <a:avLst/>
              </a:prstGeom>
              <a:blipFill>
                <a:blip r:embed="rId3"/>
                <a:stretch>
                  <a:fillRect r="-29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8" name="TextBox 577">
                <a:extLst>
                  <a:ext uri="{FF2B5EF4-FFF2-40B4-BE49-F238E27FC236}">
                    <a16:creationId xmlns:a16="http://schemas.microsoft.com/office/drawing/2014/main" id="{1A4CEEBB-379B-C415-3BCB-45EB26B611AF}"/>
                  </a:ext>
                </a:extLst>
              </p:cNvPr>
              <p:cNvSpPr txBox="1"/>
              <p:nvPr/>
            </p:nvSpPr>
            <p:spPr>
              <a:xfrm flipH="1">
                <a:off x="102098" y="68868"/>
                <a:ext cx="405715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𝒟</m:t>
                      </m:r>
                    </m:oMath>
                  </m:oMathPara>
                </a14:m>
                <a:endParaRPr lang="ko-KR" altLang="en-US" sz="3000" dirty="0"/>
              </a:p>
            </p:txBody>
          </p:sp>
        </mc:Choice>
        <mc:Fallback xmlns="">
          <p:sp>
            <p:nvSpPr>
              <p:cNvPr id="578" name="TextBox 577">
                <a:extLst>
                  <a:ext uri="{FF2B5EF4-FFF2-40B4-BE49-F238E27FC236}">
                    <a16:creationId xmlns:a16="http://schemas.microsoft.com/office/drawing/2014/main" id="{1A4CEEBB-379B-C415-3BCB-45EB26B61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2098" y="68868"/>
                <a:ext cx="405715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6" name="TextBox 785">
                <a:extLst>
                  <a:ext uri="{FF2B5EF4-FFF2-40B4-BE49-F238E27FC236}">
                    <a16:creationId xmlns:a16="http://schemas.microsoft.com/office/drawing/2014/main" id="{D805F763-7AEE-BF77-0CA4-2FD2EFF90142}"/>
                  </a:ext>
                </a:extLst>
              </p:cNvPr>
              <p:cNvSpPr txBox="1"/>
              <p:nvPr/>
            </p:nvSpPr>
            <p:spPr>
              <a:xfrm>
                <a:off x="485524" y="2248439"/>
                <a:ext cx="295274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3000" i="1">
                              <a:solidFill>
                                <a:srgbClr val="AE33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3000" i="1">
                              <a:solidFill>
                                <a:srgbClr val="AE33FF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ko-KR" sz="3000" i="1">
                              <a:solidFill>
                                <a:srgbClr val="AE33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sz="3000" dirty="0">
                  <a:solidFill>
                    <a:srgbClr val="AE33FF"/>
                  </a:solidFill>
                </a:endParaRPr>
              </a:p>
            </p:txBody>
          </p:sp>
        </mc:Choice>
        <mc:Fallback xmlns="">
          <p:sp>
            <p:nvSpPr>
              <p:cNvPr id="786" name="TextBox 785">
                <a:extLst>
                  <a:ext uri="{FF2B5EF4-FFF2-40B4-BE49-F238E27FC236}">
                    <a16:creationId xmlns:a16="http://schemas.microsoft.com/office/drawing/2014/main" id="{D805F763-7AEE-BF77-0CA4-2FD2EFF90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24" y="2248439"/>
                <a:ext cx="295274" cy="461665"/>
              </a:xfrm>
              <a:prstGeom prst="rect">
                <a:avLst/>
              </a:prstGeom>
              <a:blipFill>
                <a:blip r:embed="rId5"/>
                <a:stretch>
                  <a:fillRect r="-31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7" name="TextBox 786">
                <a:extLst>
                  <a:ext uri="{FF2B5EF4-FFF2-40B4-BE49-F238E27FC236}">
                    <a16:creationId xmlns:a16="http://schemas.microsoft.com/office/drawing/2014/main" id="{3C75C842-0363-6B35-A801-8E1CA4954119}"/>
                  </a:ext>
                </a:extLst>
              </p:cNvPr>
              <p:cNvSpPr txBox="1"/>
              <p:nvPr/>
            </p:nvSpPr>
            <p:spPr>
              <a:xfrm>
                <a:off x="485524" y="4204499"/>
                <a:ext cx="295274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3000" i="1">
                              <a:solidFill>
                                <a:srgbClr val="AE33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3000" i="1">
                              <a:solidFill>
                                <a:srgbClr val="AE33FF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ko-KR" sz="3000" i="1">
                              <a:solidFill>
                                <a:srgbClr val="AE33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sz="3000" dirty="0">
                  <a:solidFill>
                    <a:srgbClr val="AE33FF"/>
                  </a:solidFill>
                </a:endParaRPr>
              </a:p>
            </p:txBody>
          </p:sp>
        </mc:Choice>
        <mc:Fallback xmlns="">
          <p:sp>
            <p:nvSpPr>
              <p:cNvPr id="787" name="TextBox 786">
                <a:extLst>
                  <a:ext uri="{FF2B5EF4-FFF2-40B4-BE49-F238E27FC236}">
                    <a16:creationId xmlns:a16="http://schemas.microsoft.com/office/drawing/2014/main" id="{3C75C842-0363-6B35-A801-8E1CA4954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24" y="4204499"/>
                <a:ext cx="295274" cy="461665"/>
              </a:xfrm>
              <a:prstGeom prst="rect">
                <a:avLst/>
              </a:prstGeom>
              <a:blipFill>
                <a:blip r:embed="rId6"/>
                <a:stretch>
                  <a:fillRect r="-31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8" name="모서리가 둥근 직사각형 787">
            <a:extLst>
              <a:ext uri="{FF2B5EF4-FFF2-40B4-BE49-F238E27FC236}">
                <a16:creationId xmlns:a16="http://schemas.microsoft.com/office/drawing/2014/main" id="{E92D8194-D07D-4B13-A5D4-89BA78B946C9}"/>
              </a:ext>
            </a:extLst>
          </p:cNvPr>
          <p:cNvSpPr/>
          <p:nvPr/>
        </p:nvSpPr>
        <p:spPr>
          <a:xfrm>
            <a:off x="941636" y="3861636"/>
            <a:ext cx="1113922" cy="785625"/>
          </a:xfrm>
          <a:prstGeom prst="roundRect">
            <a:avLst>
              <a:gd name="adj" fmla="val 9305"/>
            </a:avLst>
          </a:prstGeom>
          <a:noFill/>
          <a:ln w="19050">
            <a:solidFill>
              <a:srgbClr val="AD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96" name="모서리가 둥근 직사각형 795">
            <a:extLst>
              <a:ext uri="{FF2B5EF4-FFF2-40B4-BE49-F238E27FC236}">
                <a16:creationId xmlns:a16="http://schemas.microsoft.com/office/drawing/2014/main" id="{2B89DAD4-7FB0-697E-6F6E-23509CFDA0D3}"/>
              </a:ext>
            </a:extLst>
          </p:cNvPr>
          <p:cNvSpPr/>
          <p:nvPr/>
        </p:nvSpPr>
        <p:spPr>
          <a:xfrm>
            <a:off x="941636" y="183123"/>
            <a:ext cx="1113922" cy="1518887"/>
          </a:xfrm>
          <a:prstGeom prst="roundRect">
            <a:avLst>
              <a:gd name="adj" fmla="val 9305"/>
            </a:avLst>
          </a:prstGeom>
          <a:noFill/>
          <a:ln w="19050">
            <a:solidFill>
              <a:srgbClr val="AD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802" name="그룹 801">
            <a:extLst>
              <a:ext uri="{FF2B5EF4-FFF2-40B4-BE49-F238E27FC236}">
                <a16:creationId xmlns:a16="http://schemas.microsoft.com/office/drawing/2014/main" id="{FD87E4CA-6F92-84AE-F6C0-19B1A0438A63}"/>
              </a:ext>
            </a:extLst>
          </p:cNvPr>
          <p:cNvGrpSpPr/>
          <p:nvPr/>
        </p:nvGrpSpPr>
        <p:grpSpPr>
          <a:xfrm>
            <a:off x="1172963" y="386566"/>
            <a:ext cx="589319" cy="534801"/>
            <a:chOff x="5393974" y="4956640"/>
            <a:chExt cx="651294" cy="591043"/>
          </a:xfrm>
        </p:grpSpPr>
        <p:sp>
          <p:nvSpPr>
            <p:cNvPr id="803" name="양쪽 모서리가 둥근 사각형 802">
              <a:extLst>
                <a:ext uri="{FF2B5EF4-FFF2-40B4-BE49-F238E27FC236}">
                  <a16:creationId xmlns:a16="http://schemas.microsoft.com/office/drawing/2014/main" id="{E8725D0E-E00F-9E5F-9CE8-363AA752F987}"/>
                </a:ext>
              </a:extLst>
            </p:cNvPr>
            <p:cNvSpPr/>
            <p:nvPr/>
          </p:nvSpPr>
          <p:spPr>
            <a:xfrm>
              <a:off x="5393974" y="4956640"/>
              <a:ext cx="651294" cy="591043"/>
            </a:xfrm>
            <a:prstGeom prst="round2Same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04" name="직사각형 803">
              <a:extLst>
                <a:ext uri="{FF2B5EF4-FFF2-40B4-BE49-F238E27FC236}">
                  <a16:creationId xmlns:a16="http://schemas.microsoft.com/office/drawing/2014/main" id="{9B00BD93-24BE-0C1B-2623-9408E9CBD375}"/>
                </a:ext>
              </a:extLst>
            </p:cNvPr>
            <p:cNvSpPr/>
            <p:nvPr/>
          </p:nvSpPr>
          <p:spPr>
            <a:xfrm>
              <a:off x="5434702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05" name="직사각형 804">
              <a:extLst>
                <a:ext uri="{FF2B5EF4-FFF2-40B4-BE49-F238E27FC236}">
                  <a16:creationId xmlns:a16="http://schemas.microsoft.com/office/drawing/2014/main" id="{737F0BED-AE38-5FB4-7DCB-30435A0B9261}"/>
                </a:ext>
              </a:extLst>
            </p:cNvPr>
            <p:cNvSpPr/>
            <p:nvPr/>
          </p:nvSpPr>
          <p:spPr>
            <a:xfrm>
              <a:off x="5631978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06" name="직사각형 805">
              <a:extLst>
                <a:ext uri="{FF2B5EF4-FFF2-40B4-BE49-F238E27FC236}">
                  <a16:creationId xmlns:a16="http://schemas.microsoft.com/office/drawing/2014/main" id="{89F32AF2-0F82-A8AC-988B-5664199032B4}"/>
                </a:ext>
              </a:extLst>
            </p:cNvPr>
            <p:cNvSpPr/>
            <p:nvPr/>
          </p:nvSpPr>
          <p:spPr>
            <a:xfrm>
              <a:off x="5831870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07" name="직사각형 806">
              <a:extLst>
                <a:ext uri="{FF2B5EF4-FFF2-40B4-BE49-F238E27FC236}">
                  <a16:creationId xmlns:a16="http://schemas.microsoft.com/office/drawing/2014/main" id="{A0B76061-51CB-75BD-DC10-EE01BEC15A19}"/>
                </a:ext>
              </a:extLst>
            </p:cNvPr>
            <p:cNvSpPr/>
            <p:nvPr/>
          </p:nvSpPr>
          <p:spPr>
            <a:xfrm>
              <a:off x="5434702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08" name="직사각형 807">
              <a:extLst>
                <a:ext uri="{FF2B5EF4-FFF2-40B4-BE49-F238E27FC236}">
                  <a16:creationId xmlns:a16="http://schemas.microsoft.com/office/drawing/2014/main" id="{2B0E6284-FB49-F384-1C50-D9AE4DEFCEF5}"/>
                </a:ext>
              </a:extLst>
            </p:cNvPr>
            <p:cNvSpPr/>
            <p:nvPr/>
          </p:nvSpPr>
          <p:spPr>
            <a:xfrm>
              <a:off x="5631978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09" name="직사각형 808">
              <a:extLst>
                <a:ext uri="{FF2B5EF4-FFF2-40B4-BE49-F238E27FC236}">
                  <a16:creationId xmlns:a16="http://schemas.microsoft.com/office/drawing/2014/main" id="{0C8F9579-12B2-5205-D001-C1D0B6F2ABCC}"/>
                </a:ext>
              </a:extLst>
            </p:cNvPr>
            <p:cNvSpPr/>
            <p:nvPr/>
          </p:nvSpPr>
          <p:spPr>
            <a:xfrm>
              <a:off x="5831870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10" name="직사각형 809">
              <a:extLst>
                <a:ext uri="{FF2B5EF4-FFF2-40B4-BE49-F238E27FC236}">
                  <a16:creationId xmlns:a16="http://schemas.microsoft.com/office/drawing/2014/main" id="{AB9ACC1F-AAAC-467A-8808-8C5341218884}"/>
                </a:ext>
              </a:extLst>
            </p:cNvPr>
            <p:cNvSpPr/>
            <p:nvPr/>
          </p:nvSpPr>
          <p:spPr>
            <a:xfrm>
              <a:off x="5434702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11" name="직사각형 810">
              <a:extLst>
                <a:ext uri="{FF2B5EF4-FFF2-40B4-BE49-F238E27FC236}">
                  <a16:creationId xmlns:a16="http://schemas.microsoft.com/office/drawing/2014/main" id="{EECD42BD-0598-19A1-BE3E-591AC7CED938}"/>
                </a:ext>
              </a:extLst>
            </p:cNvPr>
            <p:cNvSpPr/>
            <p:nvPr/>
          </p:nvSpPr>
          <p:spPr>
            <a:xfrm>
              <a:off x="5631978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12" name="직사각형 811">
              <a:extLst>
                <a:ext uri="{FF2B5EF4-FFF2-40B4-BE49-F238E27FC236}">
                  <a16:creationId xmlns:a16="http://schemas.microsoft.com/office/drawing/2014/main" id="{F2CF9815-7448-6CF5-80F0-A6EFA68FEE4C}"/>
                </a:ext>
              </a:extLst>
            </p:cNvPr>
            <p:cNvSpPr/>
            <p:nvPr/>
          </p:nvSpPr>
          <p:spPr>
            <a:xfrm>
              <a:off x="5831870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813" name="그룹 812">
            <a:extLst>
              <a:ext uri="{FF2B5EF4-FFF2-40B4-BE49-F238E27FC236}">
                <a16:creationId xmlns:a16="http://schemas.microsoft.com/office/drawing/2014/main" id="{9CCAA863-A4C5-14CB-0F90-185FB4916285}"/>
              </a:ext>
            </a:extLst>
          </p:cNvPr>
          <p:cNvGrpSpPr/>
          <p:nvPr/>
        </p:nvGrpSpPr>
        <p:grpSpPr>
          <a:xfrm>
            <a:off x="1236276" y="3951440"/>
            <a:ext cx="500176" cy="568804"/>
            <a:chOff x="1362075" y="-460720"/>
            <a:chExt cx="487373" cy="554244"/>
          </a:xfrm>
        </p:grpSpPr>
        <p:sp>
          <p:nvSpPr>
            <p:cNvPr id="814" name="모서리가 둥근 직사각형 813">
              <a:extLst>
                <a:ext uri="{FF2B5EF4-FFF2-40B4-BE49-F238E27FC236}">
                  <a16:creationId xmlns:a16="http://schemas.microsoft.com/office/drawing/2014/main" id="{A1CA4375-2E55-2CF6-C834-6D2E1A785434}"/>
                </a:ext>
              </a:extLst>
            </p:cNvPr>
            <p:cNvSpPr/>
            <p:nvPr/>
          </p:nvSpPr>
          <p:spPr>
            <a:xfrm>
              <a:off x="1362075" y="-460720"/>
              <a:ext cx="487373" cy="554244"/>
            </a:xfrm>
            <a:prstGeom prst="roundRect">
              <a:avLst/>
            </a:prstGeom>
            <a:solidFill>
              <a:srgbClr val="B9D3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817" name="직선 연결선[R] 816">
              <a:extLst>
                <a:ext uri="{FF2B5EF4-FFF2-40B4-BE49-F238E27FC236}">
                  <a16:creationId xmlns:a16="http://schemas.microsoft.com/office/drawing/2014/main" id="{83083672-A231-8245-2360-F5CF838B4D53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직선 연결선[R] 817">
              <a:extLst>
                <a:ext uri="{FF2B5EF4-FFF2-40B4-BE49-F238E27FC236}">
                  <a16:creationId xmlns:a16="http://schemas.microsoft.com/office/drawing/2014/main" id="{8D01982F-6843-3B41-6A63-B1DE66556264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1340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직선 연결선[R] 818">
              <a:extLst>
                <a:ext uri="{FF2B5EF4-FFF2-40B4-BE49-F238E27FC236}">
                  <a16:creationId xmlns:a16="http://schemas.microsoft.com/office/drawing/2014/main" id="{49A663DB-554E-7A4D-F87F-549C2C53DC68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605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8" name="구부러진 연결선[U] 917">
            <a:extLst>
              <a:ext uri="{FF2B5EF4-FFF2-40B4-BE49-F238E27FC236}">
                <a16:creationId xmlns:a16="http://schemas.microsoft.com/office/drawing/2014/main" id="{AC07C8F0-241B-F410-9D5D-98E44197BC8D}"/>
              </a:ext>
            </a:extLst>
          </p:cNvPr>
          <p:cNvCxnSpPr>
            <a:cxnSpLocks/>
            <a:stCxn id="1266" idx="0"/>
            <a:endCxn id="788" idx="3"/>
          </p:cNvCxnSpPr>
          <p:nvPr/>
        </p:nvCxnSpPr>
        <p:spPr>
          <a:xfrm>
            <a:off x="1776577" y="3487535"/>
            <a:ext cx="278989" cy="766906"/>
          </a:xfrm>
          <a:prstGeom prst="curvedConnector3">
            <a:avLst>
              <a:gd name="adj1" fmla="val 181939"/>
            </a:avLst>
          </a:prstGeom>
          <a:ln>
            <a:solidFill>
              <a:srgbClr val="5E5E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구부러진 연결선[U] 918">
            <a:extLst>
              <a:ext uri="{FF2B5EF4-FFF2-40B4-BE49-F238E27FC236}">
                <a16:creationId xmlns:a16="http://schemas.microsoft.com/office/drawing/2014/main" id="{64658946-5E76-8C31-25D6-CCE93A6759B3}"/>
              </a:ext>
            </a:extLst>
          </p:cNvPr>
          <p:cNvCxnSpPr>
            <a:cxnSpLocks/>
            <a:stCxn id="1250" idx="3"/>
            <a:endCxn id="796" idx="3"/>
          </p:cNvCxnSpPr>
          <p:nvPr/>
        </p:nvCxnSpPr>
        <p:spPr>
          <a:xfrm flipV="1">
            <a:off x="1743966" y="942567"/>
            <a:ext cx="311592" cy="1176537"/>
          </a:xfrm>
          <a:prstGeom prst="curvedConnector3">
            <a:avLst>
              <a:gd name="adj1" fmla="val 173365"/>
            </a:avLst>
          </a:prstGeom>
          <a:ln>
            <a:solidFill>
              <a:srgbClr val="5E5E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8" name="그룹 1237">
            <a:extLst>
              <a:ext uri="{FF2B5EF4-FFF2-40B4-BE49-F238E27FC236}">
                <a16:creationId xmlns:a16="http://schemas.microsoft.com/office/drawing/2014/main" id="{AAE21573-9D68-CF20-EE0D-DE411ACA7CE5}"/>
              </a:ext>
            </a:extLst>
          </p:cNvPr>
          <p:cNvGrpSpPr/>
          <p:nvPr/>
        </p:nvGrpSpPr>
        <p:grpSpPr>
          <a:xfrm>
            <a:off x="1162060" y="1167812"/>
            <a:ext cx="657832" cy="472327"/>
            <a:chOff x="5336088" y="8746284"/>
            <a:chExt cx="915275" cy="657172"/>
          </a:xfrm>
        </p:grpSpPr>
        <p:sp>
          <p:nvSpPr>
            <p:cNvPr id="1239" name="모서리가 둥근 직사각형 1238">
              <a:extLst>
                <a:ext uri="{FF2B5EF4-FFF2-40B4-BE49-F238E27FC236}">
                  <a16:creationId xmlns:a16="http://schemas.microsoft.com/office/drawing/2014/main" id="{0394FA1C-F6D3-24E6-334D-666D934AEFD8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41" name="삼각형 1240">
              <a:extLst>
                <a:ext uri="{FF2B5EF4-FFF2-40B4-BE49-F238E27FC236}">
                  <a16:creationId xmlns:a16="http://schemas.microsoft.com/office/drawing/2014/main" id="{665629BB-1C17-4A80-D960-5AFA58B0820F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42" name="삼각형 1241">
              <a:extLst>
                <a:ext uri="{FF2B5EF4-FFF2-40B4-BE49-F238E27FC236}">
                  <a16:creationId xmlns:a16="http://schemas.microsoft.com/office/drawing/2014/main" id="{72FB4B74-FFED-F653-5FEE-6CDADC3FC20D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248" name="그룹 1247">
            <a:extLst>
              <a:ext uri="{FF2B5EF4-FFF2-40B4-BE49-F238E27FC236}">
                <a16:creationId xmlns:a16="http://schemas.microsoft.com/office/drawing/2014/main" id="{F1EEEDE4-1385-7816-78C7-06BD0AFFAAFA}"/>
              </a:ext>
            </a:extLst>
          </p:cNvPr>
          <p:cNvGrpSpPr/>
          <p:nvPr/>
        </p:nvGrpSpPr>
        <p:grpSpPr>
          <a:xfrm>
            <a:off x="1183546" y="1856706"/>
            <a:ext cx="560420" cy="524795"/>
            <a:chOff x="1362075" y="-460707"/>
            <a:chExt cx="487373" cy="456392"/>
          </a:xfrm>
        </p:grpSpPr>
        <p:sp>
          <p:nvSpPr>
            <p:cNvPr id="1250" name="모서리가 둥근 직사각형 1249">
              <a:extLst>
                <a:ext uri="{FF2B5EF4-FFF2-40B4-BE49-F238E27FC236}">
                  <a16:creationId xmlns:a16="http://schemas.microsoft.com/office/drawing/2014/main" id="{55DB6999-6F07-878E-3DAF-7E6AABF6B295}"/>
                </a:ext>
              </a:extLst>
            </p:cNvPr>
            <p:cNvSpPr/>
            <p:nvPr/>
          </p:nvSpPr>
          <p:spPr>
            <a:xfrm>
              <a:off x="1362075" y="-460707"/>
              <a:ext cx="487373" cy="456392"/>
            </a:xfrm>
            <a:prstGeom prst="roundRect">
              <a:avLst/>
            </a:prstGeom>
            <a:solidFill>
              <a:srgbClr val="B7D1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55" name="직선 연결선[R] 1254">
              <a:extLst>
                <a:ext uri="{FF2B5EF4-FFF2-40B4-BE49-F238E27FC236}">
                  <a16:creationId xmlns:a16="http://schemas.microsoft.com/office/drawing/2014/main" id="{04126212-2B10-C804-B407-1629C209933E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6" name="직선 연결선[R] 1255">
              <a:extLst>
                <a:ext uri="{FF2B5EF4-FFF2-40B4-BE49-F238E27FC236}">
                  <a16:creationId xmlns:a16="http://schemas.microsoft.com/office/drawing/2014/main" id="{460A31A9-F0F9-5E9C-B013-BC8F1351307D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1340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7" name="그룹 1256">
            <a:extLst>
              <a:ext uri="{FF2B5EF4-FFF2-40B4-BE49-F238E27FC236}">
                <a16:creationId xmlns:a16="http://schemas.microsoft.com/office/drawing/2014/main" id="{5E25942A-105F-A053-7224-B5AF649EAB07}"/>
              </a:ext>
            </a:extLst>
          </p:cNvPr>
          <p:cNvGrpSpPr/>
          <p:nvPr/>
        </p:nvGrpSpPr>
        <p:grpSpPr>
          <a:xfrm>
            <a:off x="1152916" y="2614483"/>
            <a:ext cx="657832" cy="472327"/>
            <a:chOff x="5336088" y="8746284"/>
            <a:chExt cx="915275" cy="657172"/>
          </a:xfrm>
        </p:grpSpPr>
        <p:sp>
          <p:nvSpPr>
            <p:cNvPr id="1260" name="모서리가 둥근 직사각형 1259">
              <a:extLst>
                <a:ext uri="{FF2B5EF4-FFF2-40B4-BE49-F238E27FC236}">
                  <a16:creationId xmlns:a16="http://schemas.microsoft.com/office/drawing/2014/main" id="{372196DD-35C0-2BD4-2FAE-714C1F42BE25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61" name="삼각형 1260">
              <a:extLst>
                <a:ext uri="{FF2B5EF4-FFF2-40B4-BE49-F238E27FC236}">
                  <a16:creationId xmlns:a16="http://schemas.microsoft.com/office/drawing/2014/main" id="{ECDEC593-A2A7-847A-E1F8-59C67864FE36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62" name="삼각형 1261">
              <a:extLst>
                <a:ext uri="{FF2B5EF4-FFF2-40B4-BE49-F238E27FC236}">
                  <a16:creationId xmlns:a16="http://schemas.microsoft.com/office/drawing/2014/main" id="{5294BA07-E1F5-3FC1-16FB-7569D0A31873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64" name="타원 1263">
              <a:extLst>
                <a:ext uri="{FF2B5EF4-FFF2-40B4-BE49-F238E27FC236}">
                  <a16:creationId xmlns:a16="http://schemas.microsoft.com/office/drawing/2014/main" id="{C214F10D-FBFD-12F9-FE73-1BBDAC546367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265" name="그룹 1264">
            <a:extLst>
              <a:ext uri="{FF2B5EF4-FFF2-40B4-BE49-F238E27FC236}">
                <a16:creationId xmlns:a16="http://schemas.microsoft.com/office/drawing/2014/main" id="{809239D9-7CB0-1E46-1A51-09F4312A4CB3}"/>
              </a:ext>
            </a:extLst>
          </p:cNvPr>
          <p:cNvGrpSpPr/>
          <p:nvPr/>
        </p:nvGrpSpPr>
        <p:grpSpPr>
          <a:xfrm>
            <a:off x="1125275" y="3263724"/>
            <a:ext cx="651294" cy="447637"/>
            <a:chOff x="5393974" y="4966800"/>
            <a:chExt cx="651294" cy="447637"/>
          </a:xfrm>
        </p:grpSpPr>
        <p:sp>
          <p:nvSpPr>
            <p:cNvPr id="1266" name="양쪽 모서리가 둥근 사각형 1265">
              <a:extLst>
                <a:ext uri="{FF2B5EF4-FFF2-40B4-BE49-F238E27FC236}">
                  <a16:creationId xmlns:a16="http://schemas.microsoft.com/office/drawing/2014/main" id="{2E433A81-7998-C458-A2A2-144BBB62F24F}"/>
                </a:ext>
              </a:extLst>
            </p:cNvPr>
            <p:cNvSpPr/>
            <p:nvPr/>
          </p:nvSpPr>
          <p:spPr>
            <a:xfrm>
              <a:off x="5393974" y="4966800"/>
              <a:ext cx="651294" cy="447637"/>
            </a:xfrm>
            <a:prstGeom prst="round2Same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67" name="직사각형 1266">
              <a:extLst>
                <a:ext uri="{FF2B5EF4-FFF2-40B4-BE49-F238E27FC236}">
                  <a16:creationId xmlns:a16="http://schemas.microsoft.com/office/drawing/2014/main" id="{FC5FD45D-239E-262E-34CA-4E7FA36F1548}"/>
                </a:ext>
              </a:extLst>
            </p:cNvPr>
            <p:cNvSpPr/>
            <p:nvPr/>
          </p:nvSpPr>
          <p:spPr>
            <a:xfrm>
              <a:off x="5434702" y="5110289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68" name="직사각형 1267">
              <a:extLst>
                <a:ext uri="{FF2B5EF4-FFF2-40B4-BE49-F238E27FC236}">
                  <a16:creationId xmlns:a16="http://schemas.microsoft.com/office/drawing/2014/main" id="{12DFB312-CD3D-C7B0-4735-EEEB4AF4A3D4}"/>
                </a:ext>
              </a:extLst>
            </p:cNvPr>
            <p:cNvSpPr/>
            <p:nvPr/>
          </p:nvSpPr>
          <p:spPr>
            <a:xfrm>
              <a:off x="5631978" y="5110289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69" name="직사각형 1268">
              <a:extLst>
                <a:ext uri="{FF2B5EF4-FFF2-40B4-BE49-F238E27FC236}">
                  <a16:creationId xmlns:a16="http://schemas.microsoft.com/office/drawing/2014/main" id="{56336BA3-D886-BFD6-F9ED-2F9F02CDC55D}"/>
                </a:ext>
              </a:extLst>
            </p:cNvPr>
            <p:cNvSpPr/>
            <p:nvPr/>
          </p:nvSpPr>
          <p:spPr>
            <a:xfrm>
              <a:off x="5831870" y="5110289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70" name="직사각형 1269">
              <a:extLst>
                <a:ext uri="{FF2B5EF4-FFF2-40B4-BE49-F238E27FC236}">
                  <a16:creationId xmlns:a16="http://schemas.microsoft.com/office/drawing/2014/main" id="{40716E2A-D1E7-AE7B-BBA9-2589AFE0F97D}"/>
                </a:ext>
              </a:extLst>
            </p:cNvPr>
            <p:cNvSpPr/>
            <p:nvPr/>
          </p:nvSpPr>
          <p:spPr>
            <a:xfrm>
              <a:off x="5434702" y="5254670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71" name="직사각형 1270">
              <a:extLst>
                <a:ext uri="{FF2B5EF4-FFF2-40B4-BE49-F238E27FC236}">
                  <a16:creationId xmlns:a16="http://schemas.microsoft.com/office/drawing/2014/main" id="{D633373A-5E8E-ACFA-80AF-C92E5C1D90CA}"/>
                </a:ext>
              </a:extLst>
            </p:cNvPr>
            <p:cNvSpPr/>
            <p:nvPr/>
          </p:nvSpPr>
          <p:spPr>
            <a:xfrm>
              <a:off x="5631978" y="5254670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72" name="직사각형 1271">
              <a:extLst>
                <a:ext uri="{FF2B5EF4-FFF2-40B4-BE49-F238E27FC236}">
                  <a16:creationId xmlns:a16="http://schemas.microsoft.com/office/drawing/2014/main" id="{8354944C-578B-10C1-9D89-924B8CE37547}"/>
                </a:ext>
              </a:extLst>
            </p:cNvPr>
            <p:cNvSpPr/>
            <p:nvPr/>
          </p:nvSpPr>
          <p:spPr>
            <a:xfrm>
              <a:off x="5831870" y="5254670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299" name="그룹 1298">
            <a:extLst>
              <a:ext uri="{FF2B5EF4-FFF2-40B4-BE49-F238E27FC236}">
                <a16:creationId xmlns:a16="http://schemas.microsoft.com/office/drawing/2014/main" id="{4B890513-CA6B-EE80-2DD7-7F4D0558449F}"/>
              </a:ext>
            </a:extLst>
          </p:cNvPr>
          <p:cNvGrpSpPr/>
          <p:nvPr/>
        </p:nvGrpSpPr>
        <p:grpSpPr>
          <a:xfrm>
            <a:off x="4969555" y="3435721"/>
            <a:ext cx="277710" cy="240080"/>
            <a:chOff x="1362075" y="-518319"/>
            <a:chExt cx="487373" cy="421333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300" name="모서리가 둥근 직사각형 1299">
              <a:extLst>
                <a:ext uri="{FF2B5EF4-FFF2-40B4-BE49-F238E27FC236}">
                  <a16:creationId xmlns:a16="http://schemas.microsoft.com/office/drawing/2014/main" id="{57F37644-CFD3-E09F-CEF8-C4D7B73F3963}"/>
                </a:ext>
              </a:extLst>
            </p:cNvPr>
            <p:cNvSpPr/>
            <p:nvPr/>
          </p:nvSpPr>
          <p:spPr>
            <a:xfrm>
              <a:off x="1362075" y="-518319"/>
              <a:ext cx="487373" cy="421333"/>
            </a:xfrm>
            <a:prstGeom prst="roundRect">
              <a:avLst/>
            </a:prstGeom>
            <a:solidFill>
              <a:srgbClr val="E7EC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303" name="직선 연결선[R] 1302">
              <a:extLst>
                <a:ext uri="{FF2B5EF4-FFF2-40B4-BE49-F238E27FC236}">
                  <a16:creationId xmlns:a16="http://schemas.microsoft.com/office/drawing/2014/main" id="{B3EB4085-2E8B-9EA2-F04C-736F51EAEF0F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B77BFA54-B5FA-9980-C0F5-16A78C7140DD}"/>
              </a:ext>
            </a:extLst>
          </p:cNvPr>
          <p:cNvGrpSpPr/>
          <p:nvPr/>
        </p:nvGrpSpPr>
        <p:grpSpPr>
          <a:xfrm>
            <a:off x="5325929" y="3434000"/>
            <a:ext cx="277710" cy="240080"/>
            <a:chOff x="1362075" y="-518319"/>
            <a:chExt cx="487373" cy="421333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305" name="모서리가 둥근 직사각형 1304">
              <a:extLst>
                <a:ext uri="{FF2B5EF4-FFF2-40B4-BE49-F238E27FC236}">
                  <a16:creationId xmlns:a16="http://schemas.microsoft.com/office/drawing/2014/main" id="{058DACAC-F4B4-0143-12B3-1CC6CAEA6C54}"/>
                </a:ext>
              </a:extLst>
            </p:cNvPr>
            <p:cNvSpPr/>
            <p:nvPr/>
          </p:nvSpPr>
          <p:spPr>
            <a:xfrm>
              <a:off x="1362075" y="-518319"/>
              <a:ext cx="487373" cy="421333"/>
            </a:xfrm>
            <a:prstGeom prst="roundRect">
              <a:avLst/>
            </a:prstGeom>
            <a:solidFill>
              <a:srgbClr val="E7EC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308" name="직선 연결선[R] 1307">
              <a:extLst>
                <a:ext uri="{FF2B5EF4-FFF2-40B4-BE49-F238E27FC236}">
                  <a16:creationId xmlns:a16="http://schemas.microsoft.com/office/drawing/2014/main" id="{1624464F-84B3-5617-0898-757A291DC3AC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9" name="그룹 1308">
            <a:extLst>
              <a:ext uri="{FF2B5EF4-FFF2-40B4-BE49-F238E27FC236}">
                <a16:creationId xmlns:a16="http://schemas.microsoft.com/office/drawing/2014/main" id="{CF9C665C-0627-F267-CF1B-8C7631454875}"/>
              </a:ext>
            </a:extLst>
          </p:cNvPr>
          <p:cNvGrpSpPr/>
          <p:nvPr/>
        </p:nvGrpSpPr>
        <p:grpSpPr>
          <a:xfrm>
            <a:off x="5653028" y="3421226"/>
            <a:ext cx="277710" cy="240080"/>
            <a:chOff x="1362075" y="-518319"/>
            <a:chExt cx="487373" cy="421333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310" name="모서리가 둥근 직사각형 1309">
              <a:extLst>
                <a:ext uri="{FF2B5EF4-FFF2-40B4-BE49-F238E27FC236}">
                  <a16:creationId xmlns:a16="http://schemas.microsoft.com/office/drawing/2014/main" id="{A8A55F13-83E1-6643-88FF-F23F6CB43201}"/>
                </a:ext>
              </a:extLst>
            </p:cNvPr>
            <p:cNvSpPr/>
            <p:nvPr/>
          </p:nvSpPr>
          <p:spPr>
            <a:xfrm>
              <a:off x="1362075" y="-518319"/>
              <a:ext cx="487373" cy="421333"/>
            </a:xfrm>
            <a:prstGeom prst="roundRect">
              <a:avLst/>
            </a:prstGeom>
            <a:solidFill>
              <a:srgbClr val="E7EC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313" name="직선 연결선[R] 1312">
              <a:extLst>
                <a:ext uri="{FF2B5EF4-FFF2-40B4-BE49-F238E27FC236}">
                  <a16:creationId xmlns:a16="http://schemas.microsoft.com/office/drawing/2014/main" id="{B6405A32-82EB-066B-858D-47D404C8A0D3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4" name="그룹 1313">
            <a:extLst>
              <a:ext uri="{FF2B5EF4-FFF2-40B4-BE49-F238E27FC236}">
                <a16:creationId xmlns:a16="http://schemas.microsoft.com/office/drawing/2014/main" id="{46394E2D-6AD2-605E-C779-D1479F2D10DC}"/>
              </a:ext>
            </a:extLst>
          </p:cNvPr>
          <p:cNvGrpSpPr/>
          <p:nvPr/>
        </p:nvGrpSpPr>
        <p:grpSpPr>
          <a:xfrm>
            <a:off x="4668951" y="2505010"/>
            <a:ext cx="454515" cy="215121"/>
            <a:chOff x="2851030" y="2428407"/>
            <a:chExt cx="651294" cy="308256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315" name="양쪽 모서리가 둥근 사각형 1314">
              <a:extLst>
                <a:ext uri="{FF2B5EF4-FFF2-40B4-BE49-F238E27FC236}">
                  <a16:creationId xmlns:a16="http://schemas.microsoft.com/office/drawing/2014/main" id="{1C7378F8-0828-200A-A6E5-2BFD3EFA2A54}"/>
                </a:ext>
              </a:extLst>
            </p:cNvPr>
            <p:cNvSpPr/>
            <p:nvPr/>
          </p:nvSpPr>
          <p:spPr>
            <a:xfrm>
              <a:off x="2851030" y="2428407"/>
              <a:ext cx="651294" cy="308256"/>
            </a:xfrm>
            <a:prstGeom prst="round2Same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16" name="직사각형 1315">
              <a:extLst>
                <a:ext uri="{FF2B5EF4-FFF2-40B4-BE49-F238E27FC236}">
                  <a16:creationId xmlns:a16="http://schemas.microsoft.com/office/drawing/2014/main" id="{101FB20C-3C4C-D14C-0C30-397980FC379B}"/>
                </a:ext>
              </a:extLst>
            </p:cNvPr>
            <p:cNvSpPr/>
            <p:nvPr/>
          </p:nvSpPr>
          <p:spPr>
            <a:xfrm>
              <a:off x="2891757" y="2582055"/>
              <a:ext cx="172529" cy="117519"/>
            </a:xfrm>
            <a:prstGeom prst="rect">
              <a:avLst/>
            </a:prstGeom>
            <a:solidFill>
              <a:srgbClr val="E7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17" name="직사각형 1316">
              <a:extLst>
                <a:ext uri="{FF2B5EF4-FFF2-40B4-BE49-F238E27FC236}">
                  <a16:creationId xmlns:a16="http://schemas.microsoft.com/office/drawing/2014/main" id="{E66F46C2-5044-B134-8724-3C5B0C69597B}"/>
                </a:ext>
              </a:extLst>
            </p:cNvPr>
            <p:cNvSpPr/>
            <p:nvPr/>
          </p:nvSpPr>
          <p:spPr>
            <a:xfrm>
              <a:off x="3089033" y="2582055"/>
              <a:ext cx="172529" cy="117519"/>
            </a:xfrm>
            <a:prstGeom prst="rect">
              <a:avLst/>
            </a:prstGeom>
            <a:solidFill>
              <a:srgbClr val="E7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18" name="직사각형 1317">
              <a:extLst>
                <a:ext uri="{FF2B5EF4-FFF2-40B4-BE49-F238E27FC236}">
                  <a16:creationId xmlns:a16="http://schemas.microsoft.com/office/drawing/2014/main" id="{7BB05C79-BD22-1A00-9302-A9B887286F06}"/>
                </a:ext>
              </a:extLst>
            </p:cNvPr>
            <p:cNvSpPr/>
            <p:nvPr/>
          </p:nvSpPr>
          <p:spPr>
            <a:xfrm>
              <a:off x="3288925" y="2582055"/>
              <a:ext cx="172529" cy="117519"/>
            </a:xfrm>
            <a:prstGeom prst="rect">
              <a:avLst/>
            </a:prstGeom>
            <a:solidFill>
              <a:srgbClr val="E7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319" name="그룹 1318">
            <a:extLst>
              <a:ext uri="{FF2B5EF4-FFF2-40B4-BE49-F238E27FC236}">
                <a16:creationId xmlns:a16="http://schemas.microsoft.com/office/drawing/2014/main" id="{6DEEAC57-B650-5DB7-E5D3-720F77580210}"/>
              </a:ext>
            </a:extLst>
          </p:cNvPr>
          <p:cNvGrpSpPr/>
          <p:nvPr/>
        </p:nvGrpSpPr>
        <p:grpSpPr>
          <a:xfrm>
            <a:off x="5138312" y="2505010"/>
            <a:ext cx="454515" cy="215121"/>
            <a:chOff x="2851030" y="2428407"/>
            <a:chExt cx="651294" cy="308256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320" name="양쪽 모서리가 둥근 사각형 1319">
              <a:extLst>
                <a:ext uri="{FF2B5EF4-FFF2-40B4-BE49-F238E27FC236}">
                  <a16:creationId xmlns:a16="http://schemas.microsoft.com/office/drawing/2014/main" id="{AB84DA82-8A6F-8CB4-EE9D-3E19633908EA}"/>
                </a:ext>
              </a:extLst>
            </p:cNvPr>
            <p:cNvSpPr/>
            <p:nvPr/>
          </p:nvSpPr>
          <p:spPr>
            <a:xfrm>
              <a:off x="2851030" y="2428407"/>
              <a:ext cx="651294" cy="308256"/>
            </a:xfrm>
            <a:prstGeom prst="round2Same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21" name="직사각형 1320">
              <a:extLst>
                <a:ext uri="{FF2B5EF4-FFF2-40B4-BE49-F238E27FC236}">
                  <a16:creationId xmlns:a16="http://schemas.microsoft.com/office/drawing/2014/main" id="{3DE45C5E-2F17-3782-521E-88AEC156F667}"/>
                </a:ext>
              </a:extLst>
            </p:cNvPr>
            <p:cNvSpPr/>
            <p:nvPr/>
          </p:nvSpPr>
          <p:spPr>
            <a:xfrm>
              <a:off x="2891757" y="2582055"/>
              <a:ext cx="172529" cy="117519"/>
            </a:xfrm>
            <a:prstGeom prst="rect">
              <a:avLst/>
            </a:prstGeom>
            <a:solidFill>
              <a:srgbClr val="E7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22" name="직사각형 1321">
              <a:extLst>
                <a:ext uri="{FF2B5EF4-FFF2-40B4-BE49-F238E27FC236}">
                  <a16:creationId xmlns:a16="http://schemas.microsoft.com/office/drawing/2014/main" id="{BB543648-8781-90FC-AEBB-2C3C4034A1AA}"/>
                </a:ext>
              </a:extLst>
            </p:cNvPr>
            <p:cNvSpPr/>
            <p:nvPr/>
          </p:nvSpPr>
          <p:spPr>
            <a:xfrm>
              <a:off x="3089033" y="2582055"/>
              <a:ext cx="172529" cy="117519"/>
            </a:xfrm>
            <a:prstGeom prst="rect">
              <a:avLst/>
            </a:prstGeom>
            <a:solidFill>
              <a:srgbClr val="E7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23" name="직사각형 1322">
              <a:extLst>
                <a:ext uri="{FF2B5EF4-FFF2-40B4-BE49-F238E27FC236}">
                  <a16:creationId xmlns:a16="http://schemas.microsoft.com/office/drawing/2014/main" id="{4BD88643-0FBE-C871-D473-D523C2326CC1}"/>
                </a:ext>
              </a:extLst>
            </p:cNvPr>
            <p:cNvSpPr/>
            <p:nvPr/>
          </p:nvSpPr>
          <p:spPr>
            <a:xfrm>
              <a:off x="3288925" y="2582055"/>
              <a:ext cx="172529" cy="117519"/>
            </a:xfrm>
            <a:prstGeom prst="rect">
              <a:avLst/>
            </a:prstGeom>
            <a:solidFill>
              <a:srgbClr val="E7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324" name="그룹 1323">
            <a:extLst>
              <a:ext uri="{FF2B5EF4-FFF2-40B4-BE49-F238E27FC236}">
                <a16:creationId xmlns:a16="http://schemas.microsoft.com/office/drawing/2014/main" id="{3879D271-990A-0B92-8E3B-7B388D17812E}"/>
              </a:ext>
            </a:extLst>
          </p:cNvPr>
          <p:cNvGrpSpPr/>
          <p:nvPr/>
        </p:nvGrpSpPr>
        <p:grpSpPr>
          <a:xfrm>
            <a:off x="5592819" y="2858627"/>
            <a:ext cx="257008" cy="206615"/>
            <a:chOff x="7202443" y="3569447"/>
            <a:chExt cx="709352" cy="570265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325" name="모서리가 둥근 직사각형 1324">
              <a:extLst>
                <a:ext uri="{FF2B5EF4-FFF2-40B4-BE49-F238E27FC236}">
                  <a16:creationId xmlns:a16="http://schemas.microsoft.com/office/drawing/2014/main" id="{EA35E7B6-7C91-B5CA-F405-22AC5A28AFAF}"/>
                </a:ext>
              </a:extLst>
            </p:cNvPr>
            <p:cNvSpPr/>
            <p:nvPr/>
          </p:nvSpPr>
          <p:spPr>
            <a:xfrm>
              <a:off x="7202443" y="3569447"/>
              <a:ext cx="709352" cy="570265"/>
            </a:xfrm>
            <a:prstGeom prst="roundRect">
              <a:avLst>
                <a:gd name="adj" fmla="val 5772"/>
              </a:avLst>
            </a:prstGeom>
            <a:solidFill>
              <a:srgbClr val="E7EC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326" name="삼각형 1325">
              <a:extLst>
                <a:ext uri="{FF2B5EF4-FFF2-40B4-BE49-F238E27FC236}">
                  <a16:creationId xmlns:a16="http://schemas.microsoft.com/office/drawing/2014/main" id="{B17F948C-19D8-EB93-A17C-9167D260835F}"/>
                </a:ext>
              </a:extLst>
            </p:cNvPr>
            <p:cNvSpPr/>
            <p:nvPr/>
          </p:nvSpPr>
          <p:spPr>
            <a:xfrm>
              <a:off x="7246418" y="3690435"/>
              <a:ext cx="579528" cy="359838"/>
            </a:xfrm>
            <a:prstGeom prst="triangle">
              <a:avLst/>
            </a:prstGeom>
            <a:solidFill>
              <a:srgbClr val="5E5E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327" name="그룹 1326">
            <a:extLst>
              <a:ext uri="{FF2B5EF4-FFF2-40B4-BE49-F238E27FC236}">
                <a16:creationId xmlns:a16="http://schemas.microsoft.com/office/drawing/2014/main" id="{68A7422A-382E-12A4-5B46-DFF11C6DBBC4}"/>
              </a:ext>
            </a:extLst>
          </p:cNvPr>
          <p:cNvGrpSpPr/>
          <p:nvPr/>
        </p:nvGrpSpPr>
        <p:grpSpPr>
          <a:xfrm>
            <a:off x="5899889" y="2980718"/>
            <a:ext cx="224579" cy="191952"/>
            <a:chOff x="6527891" y="3650631"/>
            <a:chExt cx="572212" cy="489081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328" name="모서리가 둥근 직사각형 1327">
              <a:extLst>
                <a:ext uri="{FF2B5EF4-FFF2-40B4-BE49-F238E27FC236}">
                  <a16:creationId xmlns:a16="http://schemas.microsoft.com/office/drawing/2014/main" id="{027B36C0-5276-7323-B711-CDD05260085C}"/>
                </a:ext>
              </a:extLst>
            </p:cNvPr>
            <p:cNvSpPr/>
            <p:nvPr/>
          </p:nvSpPr>
          <p:spPr>
            <a:xfrm>
              <a:off x="6527891" y="3650631"/>
              <a:ext cx="572212" cy="489081"/>
            </a:xfrm>
            <a:prstGeom prst="roundRect">
              <a:avLst>
                <a:gd name="adj" fmla="val 5772"/>
              </a:avLst>
            </a:prstGeom>
            <a:solidFill>
              <a:srgbClr val="E7EC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29" name="삼각형 1328">
              <a:extLst>
                <a:ext uri="{FF2B5EF4-FFF2-40B4-BE49-F238E27FC236}">
                  <a16:creationId xmlns:a16="http://schemas.microsoft.com/office/drawing/2014/main" id="{E2FFA03C-8D64-D8B5-5010-02E67E5F3328}"/>
                </a:ext>
              </a:extLst>
            </p:cNvPr>
            <p:cNvSpPr/>
            <p:nvPr/>
          </p:nvSpPr>
          <p:spPr>
            <a:xfrm>
              <a:off x="6581776" y="3757259"/>
              <a:ext cx="446647" cy="293014"/>
            </a:xfrm>
            <a:prstGeom prst="triangle">
              <a:avLst/>
            </a:prstGeom>
            <a:solidFill>
              <a:srgbClr val="5E5E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330" name="그룹 1329">
            <a:extLst>
              <a:ext uri="{FF2B5EF4-FFF2-40B4-BE49-F238E27FC236}">
                <a16:creationId xmlns:a16="http://schemas.microsoft.com/office/drawing/2014/main" id="{66B84EDE-7628-E6C8-E46F-8409790B86BE}"/>
              </a:ext>
            </a:extLst>
          </p:cNvPr>
          <p:cNvGrpSpPr/>
          <p:nvPr/>
        </p:nvGrpSpPr>
        <p:grpSpPr>
          <a:xfrm>
            <a:off x="5931192" y="2858627"/>
            <a:ext cx="208537" cy="201363"/>
            <a:chOff x="8025081" y="3750663"/>
            <a:chExt cx="402908" cy="389048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331" name="모서리가 둥근 직사각형 1330">
              <a:extLst>
                <a:ext uri="{FF2B5EF4-FFF2-40B4-BE49-F238E27FC236}">
                  <a16:creationId xmlns:a16="http://schemas.microsoft.com/office/drawing/2014/main" id="{21A707E1-61C3-6FAC-E728-84BC3F21EFF6}"/>
                </a:ext>
              </a:extLst>
            </p:cNvPr>
            <p:cNvSpPr/>
            <p:nvPr/>
          </p:nvSpPr>
          <p:spPr>
            <a:xfrm>
              <a:off x="8025081" y="3750663"/>
              <a:ext cx="402908" cy="389048"/>
            </a:xfrm>
            <a:prstGeom prst="roundRect">
              <a:avLst>
                <a:gd name="adj" fmla="val 5772"/>
              </a:avLst>
            </a:prstGeom>
            <a:solidFill>
              <a:srgbClr val="E7EC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32" name="타원 1331">
              <a:extLst>
                <a:ext uri="{FF2B5EF4-FFF2-40B4-BE49-F238E27FC236}">
                  <a16:creationId xmlns:a16="http://schemas.microsoft.com/office/drawing/2014/main" id="{43EA2CF8-FCD1-2A7B-36EF-CF57FF9638A4}"/>
                </a:ext>
              </a:extLst>
            </p:cNvPr>
            <p:cNvSpPr/>
            <p:nvPr/>
          </p:nvSpPr>
          <p:spPr>
            <a:xfrm>
              <a:off x="8104841" y="3843234"/>
              <a:ext cx="185419" cy="185419"/>
            </a:xfrm>
            <a:prstGeom prst="ellipse">
              <a:avLst/>
            </a:prstGeom>
            <a:solidFill>
              <a:srgbClr val="5E5E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344" name="그룹 1343">
            <a:extLst>
              <a:ext uri="{FF2B5EF4-FFF2-40B4-BE49-F238E27FC236}">
                <a16:creationId xmlns:a16="http://schemas.microsoft.com/office/drawing/2014/main" id="{15F7591E-D0F0-A7B9-D066-CE64F03AC8CD}"/>
              </a:ext>
            </a:extLst>
          </p:cNvPr>
          <p:cNvGrpSpPr/>
          <p:nvPr/>
        </p:nvGrpSpPr>
        <p:grpSpPr>
          <a:xfrm>
            <a:off x="5497410" y="3110683"/>
            <a:ext cx="433774" cy="205304"/>
            <a:chOff x="2851030" y="2428407"/>
            <a:chExt cx="651294" cy="308256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345" name="양쪽 모서리가 둥근 사각형 1344">
              <a:extLst>
                <a:ext uri="{FF2B5EF4-FFF2-40B4-BE49-F238E27FC236}">
                  <a16:creationId xmlns:a16="http://schemas.microsoft.com/office/drawing/2014/main" id="{21D70057-143C-D6BA-EF1C-8D45C9BCF6A7}"/>
                </a:ext>
              </a:extLst>
            </p:cNvPr>
            <p:cNvSpPr/>
            <p:nvPr/>
          </p:nvSpPr>
          <p:spPr>
            <a:xfrm>
              <a:off x="2851030" y="2428407"/>
              <a:ext cx="651294" cy="308256"/>
            </a:xfrm>
            <a:prstGeom prst="round2Same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46" name="직사각형 1345">
              <a:extLst>
                <a:ext uri="{FF2B5EF4-FFF2-40B4-BE49-F238E27FC236}">
                  <a16:creationId xmlns:a16="http://schemas.microsoft.com/office/drawing/2014/main" id="{E422ED82-6446-0208-A11B-3148CF539654}"/>
                </a:ext>
              </a:extLst>
            </p:cNvPr>
            <p:cNvSpPr/>
            <p:nvPr/>
          </p:nvSpPr>
          <p:spPr>
            <a:xfrm>
              <a:off x="2891757" y="2582055"/>
              <a:ext cx="172529" cy="117519"/>
            </a:xfrm>
            <a:prstGeom prst="rect">
              <a:avLst/>
            </a:prstGeom>
            <a:solidFill>
              <a:srgbClr val="E7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47" name="직사각형 1346">
              <a:extLst>
                <a:ext uri="{FF2B5EF4-FFF2-40B4-BE49-F238E27FC236}">
                  <a16:creationId xmlns:a16="http://schemas.microsoft.com/office/drawing/2014/main" id="{A6D1E57D-380B-1A7C-C734-C6E4ABD1BB68}"/>
                </a:ext>
              </a:extLst>
            </p:cNvPr>
            <p:cNvSpPr/>
            <p:nvPr/>
          </p:nvSpPr>
          <p:spPr>
            <a:xfrm>
              <a:off x="3089033" y="2582055"/>
              <a:ext cx="172529" cy="117519"/>
            </a:xfrm>
            <a:prstGeom prst="rect">
              <a:avLst/>
            </a:prstGeom>
            <a:solidFill>
              <a:srgbClr val="E7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48" name="직사각형 1347">
              <a:extLst>
                <a:ext uri="{FF2B5EF4-FFF2-40B4-BE49-F238E27FC236}">
                  <a16:creationId xmlns:a16="http://schemas.microsoft.com/office/drawing/2014/main" id="{A0E1D575-70E4-0F61-3786-85E5906A5527}"/>
                </a:ext>
              </a:extLst>
            </p:cNvPr>
            <p:cNvSpPr/>
            <p:nvPr/>
          </p:nvSpPr>
          <p:spPr>
            <a:xfrm>
              <a:off x="3288925" y="2582055"/>
              <a:ext cx="172529" cy="117519"/>
            </a:xfrm>
            <a:prstGeom prst="rect">
              <a:avLst/>
            </a:prstGeom>
            <a:solidFill>
              <a:srgbClr val="E7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366" name="그룹 1365">
            <a:extLst>
              <a:ext uri="{FF2B5EF4-FFF2-40B4-BE49-F238E27FC236}">
                <a16:creationId xmlns:a16="http://schemas.microsoft.com/office/drawing/2014/main" id="{78A26045-F4D5-48C1-034D-A29DBDA4AF25}"/>
              </a:ext>
            </a:extLst>
          </p:cNvPr>
          <p:cNvGrpSpPr/>
          <p:nvPr/>
        </p:nvGrpSpPr>
        <p:grpSpPr>
          <a:xfrm>
            <a:off x="3757444" y="2521282"/>
            <a:ext cx="224579" cy="191952"/>
            <a:chOff x="6527891" y="3650631"/>
            <a:chExt cx="572212" cy="489081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367" name="모서리가 둥근 직사각형 1366">
              <a:extLst>
                <a:ext uri="{FF2B5EF4-FFF2-40B4-BE49-F238E27FC236}">
                  <a16:creationId xmlns:a16="http://schemas.microsoft.com/office/drawing/2014/main" id="{C172C287-FDDC-9EBB-EA54-B380AD91D2BA}"/>
                </a:ext>
              </a:extLst>
            </p:cNvPr>
            <p:cNvSpPr/>
            <p:nvPr/>
          </p:nvSpPr>
          <p:spPr>
            <a:xfrm>
              <a:off x="6527891" y="3650631"/>
              <a:ext cx="572212" cy="489081"/>
            </a:xfrm>
            <a:prstGeom prst="roundRect">
              <a:avLst>
                <a:gd name="adj" fmla="val 5772"/>
              </a:avLst>
            </a:prstGeom>
            <a:solidFill>
              <a:srgbClr val="E7EC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68" name="삼각형 1367">
              <a:extLst>
                <a:ext uri="{FF2B5EF4-FFF2-40B4-BE49-F238E27FC236}">
                  <a16:creationId xmlns:a16="http://schemas.microsoft.com/office/drawing/2014/main" id="{B6EFECE2-CEDB-5198-8290-8358974BEFD2}"/>
                </a:ext>
              </a:extLst>
            </p:cNvPr>
            <p:cNvSpPr/>
            <p:nvPr/>
          </p:nvSpPr>
          <p:spPr>
            <a:xfrm>
              <a:off x="6581776" y="3757259"/>
              <a:ext cx="446647" cy="293014"/>
            </a:xfrm>
            <a:prstGeom prst="triangle">
              <a:avLst/>
            </a:prstGeom>
            <a:solidFill>
              <a:srgbClr val="5E5E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369" name="그룹 1368">
            <a:extLst>
              <a:ext uri="{FF2B5EF4-FFF2-40B4-BE49-F238E27FC236}">
                <a16:creationId xmlns:a16="http://schemas.microsoft.com/office/drawing/2014/main" id="{688FAEE0-EA31-CB20-9187-85DF00D17923}"/>
              </a:ext>
            </a:extLst>
          </p:cNvPr>
          <p:cNvGrpSpPr/>
          <p:nvPr/>
        </p:nvGrpSpPr>
        <p:grpSpPr>
          <a:xfrm>
            <a:off x="3397553" y="2604330"/>
            <a:ext cx="257008" cy="206615"/>
            <a:chOff x="7202443" y="3569447"/>
            <a:chExt cx="709352" cy="570265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370" name="모서리가 둥근 직사각형 1369">
              <a:extLst>
                <a:ext uri="{FF2B5EF4-FFF2-40B4-BE49-F238E27FC236}">
                  <a16:creationId xmlns:a16="http://schemas.microsoft.com/office/drawing/2014/main" id="{38C347A2-77CD-3DED-B964-73D9D5BC2008}"/>
                </a:ext>
              </a:extLst>
            </p:cNvPr>
            <p:cNvSpPr/>
            <p:nvPr/>
          </p:nvSpPr>
          <p:spPr>
            <a:xfrm>
              <a:off x="7202443" y="3569447"/>
              <a:ext cx="709352" cy="570265"/>
            </a:xfrm>
            <a:prstGeom prst="roundRect">
              <a:avLst>
                <a:gd name="adj" fmla="val 5772"/>
              </a:avLst>
            </a:prstGeom>
            <a:solidFill>
              <a:srgbClr val="E7EC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371" name="삼각형 1370">
              <a:extLst>
                <a:ext uri="{FF2B5EF4-FFF2-40B4-BE49-F238E27FC236}">
                  <a16:creationId xmlns:a16="http://schemas.microsoft.com/office/drawing/2014/main" id="{A825ADF6-C829-EEDE-A4E1-4DCA0BAA2890}"/>
                </a:ext>
              </a:extLst>
            </p:cNvPr>
            <p:cNvSpPr/>
            <p:nvPr/>
          </p:nvSpPr>
          <p:spPr>
            <a:xfrm>
              <a:off x="7246418" y="3690435"/>
              <a:ext cx="579528" cy="359838"/>
            </a:xfrm>
            <a:prstGeom prst="triangle">
              <a:avLst/>
            </a:prstGeom>
            <a:solidFill>
              <a:srgbClr val="5E5E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444" name="그룹 1443">
            <a:extLst>
              <a:ext uri="{FF2B5EF4-FFF2-40B4-BE49-F238E27FC236}">
                <a16:creationId xmlns:a16="http://schemas.microsoft.com/office/drawing/2014/main" id="{D33AD37A-0AA3-A3ED-6263-5F159E1F2727}"/>
              </a:ext>
            </a:extLst>
          </p:cNvPr>
          <p:cNvGrpSpPr/>
          <p:nvPr/>
        </p:nvGrpSpPr>
        <p:grpSpPr>
          <a:xfrm>
            <a:off x="5827764" y="3203167"/>
            <a:ext cx="433774" cy="205304"/>
            <a:chOff x="2851030" y="2428407"/>
            <a:chExt cx="651294" cy="308256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445" name="양쪽 모서리가 둥근 사각형 1444">
              <a:extLst>
                <a:ext uri="{FF2B5EF4-FFF2-40B4-BE49-F238E27FC236}">
                  <a16:creationId xmlns:a16="http://schemas.microsoft.com/office/drawing/2014/main" id="{D94FEFB7-D9CC-0C60-0507-A09DE1F25ECE}"/>
                </a:ext>
              </a:extLst>
            </p:cNvPr>
            <p:cNvSpPr/>
            <p:nvPr/>
          </p:nvSpPr>
          <p:spPr>
            <a:xfrm>
              <a:off x="2851030" y="2428407"/>
              <a:ext cx="651294" cy="308256"/>
            </a:xfrm>
            <a:prstGeom prst="round2Same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46" name="직사각형 1445">
              <a:extLst>
                <a:ext uri="{FF2B5EF4-FFF2-40B4-BE49-F238E27FC236}">
                  <a16:creationId xmlns:a16="http://schemas.microsoft.com/office/drawing/2014/main" id="{A4E88A83-A298-69E8-3D99-0BB06BAC86BE}"/>
                </a:ext>
              </a:extLst>
            </p:cNvPr>
            <p:cNvSpPr/>
            <p:nvPr/>
          </p:nvSpPr>
          <p:spPr>
            <a:xfrm>
              <a:off x="2891757" y="2582055"/>
              <a:ext cx="172529" cy="117519"/>
            </a:xfrm>
            <a:prstGeom prst="rect">
              <a:avLst/>
            </a:prstGeom>
            <a:solidFill>
              <a:srgbClr val="E7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47" name="직사각형 1446">
              <a:extLst>
                <a:ext uri="{FF2B5EF4-FFF2-40B4-BE49-F238E27FC236}">
                  <a16:creationId xmlns:a16="http://schemas.microsoft.com/office/drawing/2014/main" id="{C94289F0-16F5-1F9D-FF0D-3047F8325494}"/>
                </a:ext>
              </a:extLst>
            </p:cNvPr>
            <p:cNvSpPr/>
            <p:nvPr/>
          </p:nvSpPr>
          <p:spPr>
            <a:xfrm>
              <a:off x="3089033" y="2582055"/>
              <a:ext cx="172529" cy="117519"/>
            </a:xfrm>
            <a:prstGeom prst="rect">
              <a:avLst/>
            </a:prstGeom>
            <a:solidFill>
              <a:srgbClr val="E7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48" name="직사각형 1447">
              <a:extLst>
                <a:ext uri="{FF2B5EF4-FFF2-40B4-BE49-F238E27FC236}">
                  <a16:creationId xmlns:a16="http://schemas.microsoft.com/office/drawing/2014/main" id="{24521C04-13B0-5E42-223B-47250A176E55}"/>
                </a:ext>
              </a:extLst>
            </p:cNvPr>
            <p:cNvSpPr/>
            <p:nvPr/>
          </p:nvSpPr>
          <p:spPr>
            <a:xfrm>
              <a:off x="3288925" y="2582055"/>
              <a:ext cx="172529" cy="117519"/>
            </a:xfrm>
            <a:prstGeom prst="rect">
              <a:avLst/>
            </a:prstGeom>
            <a:solidFill>
              <a:srgbClr val="E7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883" name="그룹 1882">
            <a:extLst>
              <a:ext uri="{FF2B5EF4-FFF2-40B4-BE49-F238E27FC236}">
                <a16:creationId xmlns:a16="http://schemas.microsoft.com/office/drawing/2014/main" id="{8134BCDF-9E27-79C6-36A6-509CCFAC73B8}"/>
              </a:ext>
            </a:extLst>
          </p:cNvPr>
          <p:cNvGrpSpPr/>
          <p:nvPr/>
        </p:nvGrpSpPr>
        <p:grpSpPr>
          <a:xfrm>
            <a:off x="4508123" y="3074293"/>
            <a:ext cx="277710" cy="240080"/>
            <a:chOff x="1362075" y="-518319"/>
            <a:chExt cx="487373" cy="421333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884" name="모서리가 둥근 직사각형 1883">
              <a:extLst>
                <a:ext uri="{FF2B5EF4-FFF2-40B4-BE49-F238E27FC236}">
                  <a16:creationId xmlns:a16="http://schemas.microsoft.com/office/drawing/2014/main" id="{080C7AA1-6B2E-4578-E7BC-633C6E7A5256}"/>
                </a:ext>
              </a:extLst>
            </p:cNvPr>
            <p:cNvSpPr/>
            <p:nvPr/>
          </p:nvSpPr>
          <p:spPr>
            <a:xfrm>
              <a:off x="1362075" y="-518319"/>
              <a:ext cx="487373" cy="421333"/>
            </a:xfrm>
            <a:prstGeom prst="roundRect">
              <a:avLst/>
            </a:prstGeom>
            <a:solidFill>
              <a:srgbClr val="E7EC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887" name="직선 연결선[R] 1886">
              <a:extLst>
                <a:ext uri="{FF2B5EF4-FFF2-40B4-BE49-F238E27FC236}">
                  <a16:creationId xmlns:a16="http://schemas.microsoft.com/office/drawing/2014/main" id="{D809600B-A956-8E0D-ABEA-9B9A25DE764B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8" name="그룹 1887">
            <a:extLst>
              <a:ext uri="{FF2B5EF4-FFF2-40B4-BE49-F238E27FC236}">
                <a16:creationId xmlns:a16="http://schemas.microsoft.com/office/drawing/2014/main" id="{D74FE424-EC56-EE5C-B574-897BED0671E1}"/>
              </a:ext>
            </a:extLst>
          </p:cNvPr>
          <p:cNvGrpSpPr/>
          <p:nvPr/>
        </p:nvGrpSpPr>
        <p:grpSpPr>
          <a:xfrm>
            <a:off x="4195145" y="2963087"/>
            <a:ext cx="277710" cy="240080"/>
            <a:chOff x="1362075" y="-518319"/>
            <a:chExt cx="487373" cy="421333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889" name="모서리가 둥근 직사각형 1888">
              <a:extLst>
                <a:ext uri="{FF2B5EF4-FFF2-40B4-BE49-F238E27FC236}">
                  <a16:creationId xmlns:a16="http://schemas.microsoft.com/office/drawing/2014/main" id="{9BE57302-039C-8979-71A1-44038E2E672F}"/>
                </a:ext>
              </a:extLst>
            </p:cNvPr>
            <p:cNvSpPr/>
            <p:nvPr/>
          </p:nvSpPr>
          <p:spPr>
            <a:xfrm>
              <a:off x="1362075" y="-518319"/>
              <a:ext cx="487373" cy="421333"/>
            </a:xfrm>
            <a:prstGeom prst="roundRect">
              <a:avLst/>
            </a:prstGeom>
            <a:solidFill>
              <a:srgbClr val="E7EC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892" name="직선 연결선[R] 1891">
              <a:extLst>
                <a:ext uri="{FF2B5EF4-FFF2-40B4-BE49-F238E27FC236}">
                  <a16:creationId xmlns:a16="http://schemas.microsoft.com/office/drawing/2014/main" id="{DF9F72C2-A46E-ECDF-A4E9-8E6F737D8C1F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AA770E3-0E89-A8DA-1F32-F5E4552F9C8D}"/>
              </a:ext>
            </a:extLst>
          </p:cNvPr>
          <p:cNvGrpSpPr/>
          <p:nvPr/>
        </p:nvGrpSpPr>
        <p:grpSpPr>
          <a:xfrm>
            <a:off x="4239408" y="2500144"/>
            <a:ext cx="454515" cy="215121"/>
            <a:chOff x="2851030" y="2428407"/>
            <a:chExt cx="651294" cy="308256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4" name="양쪽 모서리가 둥근 사각형 13">
              <a:extLst>
                <a:ext uri="{FF2B5EF4-FFF2-40B4-BE49-F238E27FC236}">
                  <a16:creationId xmlns:a16="http://schemas.microsoft.com/office/drawing/2014/main" id="{13F48779-312C-627B-81E0-949C8F8E33C1}"/>
                </a:ext>
              </a:extLst>
            </p:cNvPr>
            <p:cNvSpPr/>
            <p:nvPr/>
          </p:nvSpPr>
          <p:spPr>
            <a:xfrm>
              <a:off x="2851030" y="2428407"/>
              <a:ext cx="651294" cy="308256"/>
            </a:xfrm>
            <a:prstGeom prst="round2Same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924FCA7-EDDE-577C-A092-6C02DD060EE3}"/>
                </a:ext>
              </a:extLst>
            </p:cNvPr>
            <p:cNvSpPr/>
            <p:nvPr/>
          </p:nvSpPr>
          <p:spPr>
            <a:xfrm>
              <a:off x="2891757" y="2582055"/>
              <a:ext cx="172529" cy="117519"/>
            </a:xfrm>
            <a:prstGeom prst="rect">
              <a:avLst/>
            </a:prstGeom>
            <a:solidFill>
              <a:srgbClr val="E7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41D8B57-3242-52B4-1B5C-DEBD4FD38B64}"/>
                </a:ext>
              </a:extLst>
            </p:cNvPr>
            <p:cNvSpPr/>
            <p:nvPr/>
          </p:nvSpPr>
          <p:spPr>
            <a:xfrm>
              <a:off x="3089033" y="2582055"/>
              <a:ext cx="172529" cy="117519"/>
            </a:xfrm>
            <a:prstGeom prst="rect">
              <a:avLst/>
            </a:prstGeom>
            <a:solidFill>
              <a:srgbClr val="E7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523B408-21BA-9E41-B266-625336941FE9}"/>
                </a:ext>
              </a:extLst>
            </p:cNvPr>
            <p:cNvSpPr/>
            <p:nvPr/>
          </p:nvSpPr>
          <p:spPr>
            <a:xfrm>
              <a:off x="3288925" y="2582055"/>
              <a:ext cx="172529" cy="117519"/>
            </a:xfrm>
            <a:prstGeom prst="rect">
              <a:avLst/>
            </a:prstGeom>
            <a:solidFill>
              <a:srgbClr val="E7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cxnSp>
        <p:nvCxnSpPr>
          <p:cNvPr id="41" name="직선 연결선[R] 40">
            <a:extLst>
              <a:ext uri="{FF2B5EF4-FFF2-40B4-BE49-F238E27FC236}">
                <a16:creationId xmlns:a16="http://schemas.microsoft.com/office/drawing/2014/main" id="{4498E26A-96BF-21D3-3784-11AD396888AA}"/>
              </a:ext>
            </a:extLst>
          </p:cNvPr>
          <p:cNvCxnSpPr>
            <a:cxnSpLocks/>
          </p:cNvCxnSpPr>
          <p:nvPr/>
        </p:nvCxnSpPr>
        <p:spPr>
          <a:xfrm flipH="1">
            <a:off x="5113017" y="2429066"/>
            <a:ext cx="55654" cy="11177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[R] 44">
            <a:extLst>
              <a:ext uri="{FF2B5EF4-FFF2-40B4-BE49-F238E27FC236}">
                <a16:creationId xmlns:a16="http://schemas.microsoft.com/office/drawing/2014/main" id="{CA9C6985-E4B8-449F-2E6C-265045784507}"/>
              </a:ext>
            </a:extLst>
          </p:cNvPr>
          <p:cNvCxnSpPr>
            <a:cxnSpLocks/>
          </p:cNvCxnSpPr>
          <p:nvPr/>
        </p:nvCxnSpPr>
        <p:spPr>
          <a:xfrm>
            <a:off x="5149428" y="2371922"/>
            <a:ext cx="279133" cy="113036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[R] 49">
            <a:extLst>
              <a:ext uri="{FF2B5EF4-FFF2-40B4-BE49-F238E27FC236}">
                <a16:creationId xmlns:a16="http://schemas.microsoft.com/office/drawing/2014/main" id="{A344C6CF-D157-4456-72CF-E2031A91BBCF}"/>
              </a:ext>
            </a:extLst>
          </p:cNvPr>
          <p:cNvCxnSpPr>
            <a:cxnSpLocks/>
          </p:cNvCxnSpPr>
          <p:nvPr/>
        </p:nvCxnSpPr>
        <p:spPr>
          <a:xfrm>
            <a:off x="5152102" y="2371922"/>
            <a:ext cx="625231" cy="116594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직선 연결선[R] 54">
            <a:extLst>
              <a:ext uri="{FF2B5EF4-FFF2-40B4-BE49-F238E27FC236}">
                <a16:creationId xmlns:a16="http://schemas.microsoft.com/office/drawing/2014/main" id="{D15332FC-3D40-6A41-2CA3-D7CFAD60C767}"/>
              </a:ext>
            </a:extLst>
          </p:cNvPr>
          <p:cNvCxnSpPr>
            <a:cxnSpLocks/>
            <a:endCxn id="1326" idx="5"/>
          </p:cNvCxnSpPr>
          <p:nvPr/>
        </p:nvCxnSpPr>
        <p:spPr>
          <a:xfrm>
            <a:off x="5562402" y="1766222"/>
            <a:ext cx="203828" cy="12014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직선 연결선[R] 56">
            <a:extLst>
              <a:ext uri="{FF2B5EF4-FFF2-40B4-BE49-F238E27FC236}">
                <a16:creationId xmlns:a16="http://schemas.microsoft.com/office/drawing/2014/main" id="{F5FD1574-319A-7283-3801-2F00A3E635EE}"/>
              </a:ext>
            </a:extLst>
          </p:cNvPr>
          <p:cNvCxnSpPr>
            <a:cxnSpLocks/>
            <a:stCxn id="1290" idx="1"/>
            <a:endCxn id="1332" idx="5"/>
          </p:cNvCxnSpPr>
          <p:nvPr/>
        </p:nvCxnSpPr>
        <p:spPr>
          <a:xfrm>
            <a:off x="5534375" y="1811042"/>
            <a:ext cx="520006" cy="117741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직선 연결선[R] 59">
            <a:extLst>
              <a:ext uri="{FF2B5EF4-FFF2-40B4-BE49-F238E27FC236}">
                <a16:creationId xmlns:a16="http://schemas.microsoft.com/office/drawing/2014/main" id="{0A1B4803-84ED-80D4-6A60-99FE76408F74}"/>
              </a:ext>
            </a:extLst>
          </p:cNvPr>
          <p:cNvCxnSpPr>
            <a:cxnSpLocks/>
            <a:stCxn id="1290" idx="1"/>
          </p:cNvCxnSpPr>
          <p:nvPr/>
        </p:nvCxnSpPr>
        <p:spPr>
          <a:xfrm>
            <a:off x="5534375" y="1811042"/>
            <a:ext cx="469206" cy="128292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1" name="직선 연결선[R] 1860">
            <a:extLst>
              <a:ext uri="{FF2B5EF4-FFF2-40B4-BE49-F238E27FC236}">
                <a16:creationId xmlns:a16="http://schemas.microsoft.com/office/drawing/2014/main" id="{9B4DB689-CEED-1E77-2DAD-CAEABC4023A3}"/>
              </a:ext>
            </a:extLst>
          </p:cNvPr>
          <p:cNvCxnSpPr>
            <a:cxnSpLocks/>
            <a:stCxn id="1362" idx="1"/>
          </p:cNvCxnSpPr>
          <p:nvPr/>
        </p:nvCxnSpPr>
        <p:spPr>
          <a:xfrm flipH="1">
            <a:off x="3537835" y="1575741"/>
            <a:ext cx="557101" cy="11313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5" name="직선 연결선[R] 1864">
            <a:extLst>
              <a:ext uri="{FF2B5EF4-FFF2-40B4-BE49-F238E27FC236}">
                <a16:creationId xmlns:a16="http://schemas.microsoft.com/office/drawing/2014/main" id="{4B37C58F-1878-E09C-021B-F12A54B62230}"/>
              </a:ext>
            </a:extLst>
          </p:cNvPr>
          <p:cNvCxnSpPr>
            <a:cxnSpLocks/>
          </p:cNvCxnSpPr>
          <p:nvPr/>
        </p:nvCxnSpPr>
        <p:spPr>
          <a:xfrm flipH="1">
            <a:off x="4346719" y="1845833"/>
            <a:ext cx="484944" cy="12520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7" name="직선 연결선[R] 1866">
            <a:extLst>
              <a:ext uri="{FF2B5EF4-FFF2-40B4-BE49-F238E27FC236}">
                <a16:creationId xmlns:a16="http://schemas.microsoft.com/office/drawing/2014/main" id="{FBC2E93D-9737-C968-727B-088F2F693578}"/>
              </a:ext>
            </a:extLst>
          </p:cNvPr>
          <p:cNvCxnSpPr>
            <a:cxnSpLocks/>
          </p:cNvCxnSpPr>
          <p:nvPr/>
        </p:nvCxnSpPr>
        <p:spPr>
          <a:xfrm flipH="1">
            <a:off x="4636279" y="1869271"/>
            <a:ext cx="195384" cy="131862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1" name="직선 연결선[R] 1870">
            <a:extLst>
              <a:ext uri="{FF2B5EF4-FFF2-40B4-BE49-F238E27FC236}">
                <a16:creationId xmlns:a16="http://schemas.microsoft.com/office/drawing/2014/main" id="{8AFD6715-29F6-8C28-0F57-2B097D46B191}"/>
              </a:ext>
            </a:extLst>
          </p:cNvPr>
          <p:cNvCxnSpPr>
            <a:cxnSpLocks/>
            <a:stCxn id="1279" idx="0"/>
          </p:cNvCxnSpPr>
          <p:nvPr/>
        </p:nvCxnSpPr>
        <p:spPr>
          <a:xfrm>
            <a:off x="5625790" y="2054718"/>
            <a:ext cx="118739" cy="11510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3" name="직선 연결선[R] 1872">
            <a:extLst>
              <a:ext uri="{FF2B5EF4-FFF2-40B4-BE49-F238E27FC236}">
                <a16:creationId xmlns:a16="http://schemas.microsoft.com/office/drawing/2014/main" id="{BF3B4D0A-0E64-EB63-3A2B-5084B3918AE7}"/>
              </a:ext>
            </a:extLst>
          </p:cNvPr>
          <p:cNvCxnSpPr>
            <a:cxnSpLocks/>
            <a:stCxn id="1279" idx="0"/>
            <a:endCxn id="1446" idx="3"/>
          </p:cNvCxnSpPr>
          <p:nvPr/>
        </p:nvCxnSpPr>
        <p:spPr>
          <a:xfrm>
            <a:off x="5625790" y="2054710"/>
            <a:ext cx="344015" cy="12899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39" name="TextBox 2138">
                <a:extLst>
                  <a:ext uri="{FF2B5EF4-FFF2-40B4-BE49-F238E27FC236}">
                    <a16:creationId xmlns:a16="http://schemas.microsoft.com/office/drawing/2014/main" id="{2D68B8D4-B75C-86D0-37A5-B9AD142D877E}"/>
                  </a:ext>
                </a:extLst>
              </p:cNvPr>
              <p:cNvSpPr txBox="1"/>
              <p:nvPr/>
            </p:nvSpPr>
            <p:spPr>
              <a:xfrm flipH="1">
                <a:off x="7465555" y="137208"/>
                <a:ext cx="405715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000" i="1">
                          <a:latin typeface="Cambria Math" panose="02040503050406030204" pitchFamily="18" charset="0"/>
                        </a:rPr>
                        <m:t>𝒢</m:t>
                      </m:r>
                    </m:oMath>
                  </m:oMathPara>
                </a14:m>
                <a:endParaRPr lang="ko-KR" altLang="en-US" sz="3000" dirty="0"/>
              </a:p>
            </p:txBody>
          </p:sp>
        </mc:Choice>
        <mc:Fallback xmlns="">
          <p:sp>
            <p:nvSpPr>
              <p:cNvPr id="2139" name="TextBox 2138">
                <a:extLst>
                  <a:ext uri="{FF2B5EF4-FFF2-40B4-BE49-F238E27FC236}">
                    <a16:creationId xmlns:a16="http://schemas.microsoft.com/office/drawing/2014/main" id="{2D68B8D4-B75C-86D0-37A5-B9AD142D8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65555" y="137208"/>
                <a:ext cx="405715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ebpage - Free seo and web icons">
            <a:extLst>
              <a:ext uri="{FF2B5EF4-FFF2-40B4-BE49-F238E27FC236}">
                <a16:creationId xmlns:a16="http://schemas.microsoft.com/office/drawing/2014/main" id="{A75BC55F-1BE3-3E9C-D321-5C0587707F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503082" y="151579"/>
            <a:ext cx="556232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Webpage - Free seo and web icons">
            <a:extLst>
              <a:ext uri="{FF2B5EF4-FFF2-40B4-BE49-F238E27FC236}">
                <a16:creationId xmlns:a16="http://schemas.microsoft.com/office/drawing/2014/main" id="{21C34790-BC2E-DD77-86C0-CB8E39E856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503082" y="1755298"/>
            <a:ext cx="556232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Webpage - Free seo and web icons">
            <a:extLst>
              <a:ext uri="{FF2B5EF4-FFF2-40B4-BE49-F238E27FC236}">
                <a16:creationId xmlns:a16="http://schemas.microsoft.com/office/drawing/2014/main" id="{A42881D7-8503-780D-53FF-F1DC687286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503082" y="3789837"/>
            <a:ext cx="556232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2" name="직선 연결선[R] 61">
            <a:extLst>
              <a:ext uri="{FF2B5EF4-FFF2-40B4-BE49-F238E27FC236}">
                <a16:creationId xmlns:a16="http://schemas.microsoft.com/office/drawing/2014/main" id="{166719DD-0857-4FB2-DCE2-0F2DDA6C5F7E}"/>
              </a:ext>
            </a:extLst>
          </p:cNvPr>
          <p:cNvCxnSpPr>
            <a:cxnSpLocks/>
            <a:stCxn id="1338" idx="3"/>
          </p:cNvCxnSpPr>
          <p:nvPr/>
        </p:nvCxnSpPr>
        <p:spPr>
          <a:xfrm flipH="1">
            <a:off x="4475681" y="1537858"/>
            <a:ext cx="399225" cy="10793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6" name="직선 연결선[R] 1855">
            <a:extLst>
              <a:ext uri="{FF2B5EF4-FFF2-40B4-BE49-F238E27FC236}">
                <a16:creationId xmlns:a16="http://schemas.microsoft.com/office/drawing/2014/main" id="{878748D4-D84A-53F6-1FE8-8F8BD3ECE883}"/>
              </a:ext>
            </a:extLst>
          </p:cNvPr>
          <p:cNvCxnSpPr>
            <a:cxnSpLocks/>
            <a:stCxn id="1339" idx="0"/>
          </p:cNvCxnSpPr>
          <p:nvPr/>
        </p:nvCxnSpPr>
        <p:spPr>
          <a:xfrm flipH="1">
            <a:off x="4858635" y="1501844"/>
            <a:ext cx="84311" cy="11427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9" name="직선 연결선[R] 1858">
            <a:extLst>
              <a:ext uri="{FF2B5EF4-FFF2-40B4-BE49-F238E27FC236}">
                <a16:creationId xmlns:a16="http://schemas.microsoft.com/office/drawing/2014/main" id="{112AB597-139E-4386-60FE-9B5FEB1C985B}"/>
              </a:ext>
            </a:extLst>
          </p:cNvPr>
          <p:cNvCxnSpPr>
            <a:cxnSpLocks/>
            <a:stCxn id="1339" idx="3"/>
            <a:endCxn id="1323" idx="1"/>
          </p:cNvCxnSpPr>
          <p:nvPr/>
        </p:nvCxnSpPr>
        <p:spPr>
          <a:xfrm>
            <a:off x="4995818" y="1537858"/>
            <a:ext cx="448085" cy="11153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3" name="직선 연결선[R] 1862">
            <a:extLst>
              <a:ext uri="{FF2B5EF4-FFF2-40B4-BE49-F238E27FC236}">
                <a16:creationId xmlns:a16="http://schemas.microsoft.com/office/drawing/2014/main" id="{883EC423-82C3-5D67-C2A0-D1DDD94AC91C}"/>
              </a:ext>
            </a:extLst>
          </p:cNvPr>
          <p:cNvCxnSpPr>
            <a:cxnSpLocks/>
            <a:stCxn id="1361" idx="5"/>
          </p:cNvCxnSpPr>
          <p:nvPr/>
        </p:nvCxnSpPr>
        <p:spPr>
          <a:xfrm flipH="1">
            <a:off x="3873896" y="1591325"/>
            <a:ext cx="221335" cy="10141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FD12FD19-209E-5848-766A-3C2B35FA8F8D}"/>
              </a:ext>
            </a:extLst>
          </p:cNvPr>
          <p:cNvGrpSpPr/>
          <p:nvPr/>
        </p:nvGrpSpPr>
        <p:grpSpPr>
          <a:xfrm>
            <a:off x="2711610" y="1373092"/>
            <a:ext cx="5127234" cy="1110403"/>
            <a:chOff x="11336656" y="4720846"/>
            <a:chExt cx="5127234" cy="884771"/>
          </a:xfrm>
          <a:solidFill>
            <a:srgbClr val="E3DEFF"/>
          </a:solidFill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5194DC69-A89D-63C6-39EA-0A799A914AB7}"/>
                </a:ext>
              </a:extLst>
            </p:cNvPr>
            <p:cNvSpPr/>
            <p:nvPr/>
          </p:nvSpPr>
          <p:spPr>
            <a:xfrm>
              <a:off x="13644352" y="4720846"/>
              <a:ext cx="519057" cy="88471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3" name="직각 삼각형[R] 2">
              <a:extLst>
                <a:ext uri="{FF2B5EF4-FFF2-40B4-BE49-F238E27FC236}">
                  <a16:creationId xmlns:a16="http://schemas.microsoft.com/office/drawing/2014/main" id="{9BF835FE-508D-1E99-E60B-1D5BC0E31448}"/>
                </a:ext>
              </a:extLst>
            </p:cNvPr>
            <p:cNvSpPr/>
            <p:nvPr/>
          </p:nvSpPr>
          <p:spPr>
            <a:xfrm rot="10800000">
              <a:off x="11336656" y="4722941"/>
              <a:ext cx="2307695" cy="87719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6" name="직각 삼각형[R] 5">
              <a:extLst>
                <a:ext uri="{FF2B5EF4-FFF2-40B4-BE49-F238E27FC236}">
                  <a16:creationId xmlns:a16="http://schemas.microsoft.com/office/drawing/2014/main" id="{4F451F33-ED79-5BE2-4209-6EB738D7800A}"/>
                </a:ext>
              </a:extLst>
            </p:cNvPr>
            <p:cNvSpPr/>
            <p:nvPr/>
          </p:nvSpPr>
          <p:spPr>
            <a:xfrm>
              <a:off x="14156195" y="4728421"/>
              <a:ext cx="2307695" cy="877196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</p:grpSp>
      <p:grpSp>
        <p:nvGrpSpPr>
          <p:cNvPr id="1273" name="그룹 1272">
            <a:extLst>
              <a:ext uri="{FF2B5EF4-FFF2-40B4-BE49-F238E27FC236}">
                <a16:creationId xmlns:a16="http://schemas.microsoft.com/office/drawing/2014/main" id="{FF0191B2-E70F-55EE-317C-02CC64FC864A}"/>
              </a:ext>
            </a:extLst>
          </p:cNvPr>
          <p:cNvGrpSpPr/>
          <p:nvPr/>
        </p:nvGrpSpPr>
        <p:grpSpPr>
          <a:xfrm>
            <a:off x="5380219" y="1836728"/>
            <a:ext cx="493210" cy="338985"/>
            <a:chOff x="5393971" y="4966805"/>
            <a:chExt cx="651294" cy="447637"/>
          </a:xfrm>
          <a:scene3d>
            <a:camera prst="isometricOffAxis1Top">
              <a:rot lat="19078918" lon="17270516" rev="3976967"/>
            </a:camera>
            <a:lightRig rig="threePt" dir="t"/>
          </a:scene3d>
        </p:grpSpPr>
        <p:sp>
          <p:nvSpPr>
            <p:cNvPr id="1274" name="양쪽 모서리가 둥근 사각형 1273">
              <a:extLst>
                <a:ext uri="{FF2B5EF4-FFF2-40B4-BE49-F238E27FC236}">
                  <a16:creationId xmlns:a16="http://schemas.microsoft.com/office/drawing/2014/main" id="{79365194-4473-F091-F800-A4341D5CB505}"/>
                </a:ext>
              </a:extLst>
            </p:cNvPr>
            <p:cNvSpPr/>
            <p:nvPr/>
          </p:nvSpPr>
          <p:spPr>
            <a:xfrm>
              <a:off x="5393971" y="4966805"/>
              <a:ext cx="651294" cy="447637"/>
            </a:xfrm>
            <a:prstGeom prst="round2Same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275" name="직사각형 1274">
              <a:extLst>
                <a:ext uri="{FF2B5EF4-FFF2-40B4-BE49-F238E27FC236}">
                  <a16:creationId xmlns:a16="http://schemas.microsoft.com/office/drawing/2014/main" id="{C0246A36-85C4-2F17-954C-68B38BC57618}"/>
                </a:ext>
              </a:extLst>
            </p:cNvPr>
            <p:cNvSpPr/>
            <p:nvPr/>
          </p:nvSpPr>
          <p:spPr>
            <a:xfrm>
              <a:off x="5434702" y="5110289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76" name="직사각형 1275">
              <a:extLst>
                <a:ext uri="{FF2B5EF4-FFF2-40B4-BE49-F238E27FC236}">
                  <a16:creationId xmlns:a16="http://schemas.microsoft.com/office/drawing/2014/main" id="{81C2DEB4-A856-4950-F4CB-C95455317662}"/>
                </a:ext>
              </a:extLst>
            </p:cNvPr>
            <p:cNvSpPr/>
            <p:nvPr/>
          </p:nvSpPr>
          <p:spPr>
            <a:xfrm>
              <a:off x="5631978" y="5110289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77" name="직사각형 1276">
              <a:extLst>
                <a:ext uri="{FF2B5EF4-FFF2-40B4-BE49-F238E27FC236}">
                  <a16:creationId xmlns:a16="http://schemas.microsoft.com/office/drawing/2014/main" id="{B921AF02-FA87-DCD8-E323-2BBD114CEE96}"/>
                </a:ext>
              </a:extLst>
            </p:cNvPr>
            <p:cNvSpPr/>
            <p:nvPr/>
          </p:nvSpPr>
          <p:spPr>
            <a:xfrm>
              <a:off x="5831870" y="5110289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78" name="직사각형 1277">
              <a:extLst>
                <a:ext uri="{FF2B5EF4-FFF2-40B4-BE49-F238E27FC236}">
                  <a16:creationId xmlns:a16="http://schemas.microsoft.com/office/drawing/2014/main" id="{19D4FD0E-8828-0DD3-BF2F-FEB03EFA66F3}"/>
                </a:ext>
              </a:extLst>
            </p:cNvPr>
            <p:cNvSpPr/>
            <p:nvPr/>
          </p:nvSpPr>
          <p:spPr>
            <a:xfrm>
              <a:off x="5434702" y="5254670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79" name="직사각형 1278">
              <a:extLst>
                <a:ext uri="{FF2B5EF4-FFF2-40B4-BE49-F238E27FC236}">
                  <a16:creationId xmlns:a16="http://schemas.microsoft.com/office/drawing/2014/main" id="{81BF7562-8428-4368-078C-090B8FA9A2A8}"/>
                </a:ext>
              </a:extLst>
            </p:cNvPr>
            <p:cNvSpPr/>
            <p:nvPr/>
          </p:nvSpPr>
          <p:spPr>
            <a:xfrm>
              <a:off x="5631978" y="5254666"/>
              <a:ext cx="172529" cy="117518"/>
            </a:xfrm>
            <a:prstGeom prst="rect">
              <a:avLst/>
            </a:prstGeom>
            <a:solidFill>
              <a:srgbClr val="B8D2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80" name="직사각형 1279">
              <a:extLst>
                <a:ext uri="{FF2B5EF4-FFF2-40B4-BE49-F238E27FC236}">
                  <a16:creationId xmlns:a16="http://schemas.microsoft.com/office/drawing/2014/main" id="{4FCF4BE5-4B89-47FA-8B1C-D9E03533351C}"/>
                </a:ext>
              </a:extLst>
            </p:cNvPr>
            <p:cNvSpPr/>
            <p:nvPr/>
          </p:nvSpPr>
          <p:spPr>
            <a:xfrm>
              <a:off x="5831870" y="5254670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281" name="그룹 1280">
            <a:extLst>
              <a:ext uri="{FF2B5EF4-FFF2-40B4-BE49-F238E27FC236}">
                <a16:creationId xmlns:a16="http://schemas.microsoft.com/office/drawing/2014/main" id="{6DA4C554-7FE8-5C87-3C44-9D1D0704CFBA}"/>
              </a:ext>
            </a:extLst>
          </p:cNvPr>
          <p:cNvGrpSpPr/>
          <p:nvPr/>
        </p:nvGrpSpPr>
        <p:grpSpPr>
          <a:xfrm>
            <a:off x="4668693" y="1649636"/>
            <a:ext cx="379986" cy="344021"/>
            <a:chOff x="1362075" y="-445560"/>
            <a:chExt cx="487373" cy="441244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282" name="모서리가 둥근 직사각형 1281">
              <a:extLst>
                <a:ext uri="{FF2B5EF4-FFF2-40B4-BE49-F238E27FC236}">
                  <a16:creationId xmlns:a16="http://schemas.microsoft.com/office/drawing/2014/main" id="{BCCF8FDD-7204-1C13-D91E-91EADA8A2BA7}"/>
                </a:ext>
              </a:extLst>
            </p:cNvPr>
            <p:cNvSpPr/>
            <p:nvPr/>
          </p:nvSpPr>
          <p:spPr>
            <a:xfrm>
              <a:off x="1362075" y="-445560"/>
              <a:ext cx="487373" cy="441244"/>
            </a:xfrm>
            <a:prstGeom prst="roundRect">
              <a:avLst/>
            </a:prstGeom>
            <a:solidFill>
              <a:srgbClr val="B7D1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85" name="직선 연결선[R] 1284">
              <a:extLst>
                <a:ext uri="{FF2B5EF4-FFF2-40B4-BE49-F238E27FC236}">
                  <a16:creationId xmlns:a16="http://schemas.microsoft.com/office/drawing/2014/main" id="{D1305E1D-D9AB-5843-9990-284A6C5D46F1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직선 연결선[R] 1285">
              <a:extLst>
                <a:ext uri="{FF2B5EF4-FFF2-40B4-BE49-F238E27FC236}">
                  <a16:creationId xmlns:a16="http://schemas.microsoft.com/office/drawing/2014/main" id="{2315A920-3588-6901-ABEC-0D08BD5298AD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1340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7" name="그룹 1286">
            <a:extLst>
              <a:ext uri="{FF2B5EF4-FFF2-40B4-BE49-F238E27FC236}">
                <a16:creationId xmlns:a16="http://schemas.microsoft.com/office/drawing/2014/main" id="{D4D3F25A-B139-EA39-B978-97CB1CF35B17}"/>
              </a:ext>
            </a:extLst>
          </p:cNvPr>
          <p:cNvGrpSpPr/>
          <p:nvPr/>
        </p:nvGrpSpPr>
        <p:grpSpPr>
          <a:xfrm>
            <a:off x="5325937" y="1602824"/>
            <a:ext cx="491413" cy="352837"/>
            <a:chOff x="5336088" y="8746284"/>
            <a:chExt cx="915275" cy="657172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288" name="모서리가 둥근 직사각형 1287">
              <a:extLst>
                <a:ext uri="{FF2B5EF4-FFF2-40B4-BE49-F238E27FC236}">
                  <a16:creationId xmlns:a16="http://schemas.microsoft.com/office/drawing/2014/main" id="{7A32FD69-36BF-CACC-6922-4844C511E8F6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89" name="삼각형 1288">
              <a:extLst>
                <a:ext uri="{FF2B5EF4-FFF2-40B4-BE49-F238E27FC236}">
                  <a16:creationId xmlns:a16="http://schemas.microsoft.com/office/drawing/2014/main" id="{CF1D47EB-01F0-253D-F99B-DF7762619C4A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90" name="삼각형 1289">
              <a:extLst>
                <a:ext uri="{FF2B5EF4-FFF2-40B4-BE49-F238E27FC236}">
                  <a16:creationId xmlns:a16="http://schemas.microsoft.com/office/drawing/2014/main" id="{8220F5DA-E754-D72F-52B8-2DD65B7F1696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91" name="타원 1290">
              <a:extLst>
                <a:ext uri="{FF2B5EF4-FFF2-40B4-BE49-F238E27FC236}">
                  <a16:creationId xmlns:a16="http://schemas.microsoft.com/office/drawing/2014/main" id="{4B9FF6E3-5F44-90C4-D5C3-7E60EE7EF04E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292" name="그룹 1291">
            <a:extLst>
              <a:ext uri="{FF2B5EF4-FFF2-40B4-BE49-F238E27FC236}">
                <a16:creationId xmlns:a16="http://schemas.microsoft.com/office/drawing/2014/main" id="{D2F89988-4346-B66A-F4BA-62BE36716A0A}"/>
              </a:ext>
            </a:extLst>
          </p:cNvPr>
          <p:cNvGrpSpPr/>
          <p:nvPr/>
        </p:nvGrpSpPr>
        <p:grpSpPr>
          <a:xfrm>
            <a:off x="4994358" y="2189382"/>
            <a:ext cx="331579" cy="367849"/>
            <a:chOff x="1362075" y="-417293"/>
            <a:chExt cx="487373" cy="540685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293" name="모서리가 둥근 직사각형 1292">
              <a:extLst>
                <a:ext uri="{FF2B5EF4-FFF2-40B4-BE49-F238E27FC236}">
                  <a16:creationId xmlns:a16="http://schemas.microsoft.com/office/drawing/2014/main" id="{6CFBA415-A3AB-6794-9C27-521D0D8DDD48}"/>
                </a:ext>
              </a:extLst>
            </p:cNvPr>
            <p:cNvSpPr/>
            <p:nvPr/>
          </p:nvSpPr>
          <p:spPr>
            <a:xfrm>
              <a:off x="1362075" y="-417293"/>
              <a:ext cx="487373" cy="540685"/>
            </a:xfrm>
            <a:prstGeom prst="roundRect">
              <a:avLst/>
            </a:prstGeom>
            <a:solidFill>
              <a:srgbClr val="B9D3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96" name="직선 연결선[R] 1295">
              <a:extLst>
                <a:ext uri="{FF2B5EF4-FFF2-40B4-BE49-F238E27FC236}">
                  <a16:creationId xmlns:a16="http://schemas.microsoft.com/office/drawing/2014/main" id="{AD0C07A3-E016-6821-9088-978597986A57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7" name="직선 연결선[R] 1296">
              <a:extLst>
                <a:ext uri="{FF2B5EF4-FFF2-40B4-BE49-F238E27FC236}">
                  <a16:creationId xmlns:a16="http://schemas.microsoft.com/office/drawing/2014/main" id="{CCBDC7FB-0B38-FBF0-52B0-49B4782ED1A2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1340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8" name="직선 연결선[R] 1297">
              <a:extLst>
                <a:ext uri="{FF2B5EF4-FFF2-40B4-BE49-F238E27FC236}">
                  <a16:creationId xmlns:a16="http://schemas.microsoft.com/office/drawing/2014/main" id="{8168FA61-4281-0BBA-9CB0-8BDBB1DD5AA5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605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3" name="그룹 1332">
            <a:extLst>
              <a:ext uri="{FF2B5EF4-FFF2-40B4-BE49-F238E27FC236}">
                <a16:creationId xmlns:a16="http://schemas.microsoft.com/office/drawing/2014/main" id="{92BCCDE6-F35A-04D4-427E-8AEAE4BDCB3C}"/>
              </a:ext>
            </a:extLst>
          </p:cNvPr>
          <p:cNvGrpSpPr/>
          <p:nvPr/>
        </p:nvGrpSpPr>
        <p:grpSpPr>
          <a:xfrm>
            <a:off x="4744190" y="1319187"/>
            <a:ext cx="399184" cy="362255"/>
            <a:chOff x="5393974" y="4956640"/>
            <a:chExt cx="651294" cy="591043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334" name="양쪽 모서리가 둥근 사각형 1333">
              <a:extLst>
                <a:ext uri="{FF2B5EF4-FFF2-40B4-BE49-F238E27FC236}">
                  <a16:creationId xmlns:a16="http://schemas.microsoft.com/office/drawing/2014/main" id="{63612B21-51F5-F0B6-6DFF-7FF6F6F52674}"/>
                </a:ext>
              </a:extLst>
            </p:cNvPr>
            <p:cNvSpPr/>
            <p:nvPr/>
          </p:nvSpPr>
          <p:spPr>
            <a:xfrm>
              <a:off x="5393974" y="4956640"/>
              <a:ext cx="651294" cy="591043"/>
            </a:xfrm>
            <a:prstGeom prst="round2Same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35" name="직사각형 1334">
              <a:extLst>
                <a:ext uri="{FF2B5EF4-FFF2-40B4-BE49-F238E27FC236}">
                  <a16:creationId xmlns:a16="http://schemas.microsoft.com/office/drawing/2014/main" id="{0EBF6D0D-7543-DFAA-88E4-40AB5E9FC0D5}"/>
                </a:ext>
              </a:extLst>
            </p:cNvPr>
            <p:cNvSpPr/>
            <p:nvPr/>
          </p:nvSpPr>
          <p:spPr>
            <a:xfrm>
              <a:off x="5434702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36" name="직사각형 1335">
              <a:extLst>
                <a:ext uri="{FF2B5EF4-FFF2-40B4-BE49-F238E27FC236}">
                  <a16:creationId xmlns:a16="http://schemas.microsoft.com/office/drawing/2014/main" id="{754F981F-FA97-1927-899D-763B7C89F8B3}"/>
                </a:ext>
              </a:extLst>
            </p:cNvPr>
            <p:cNvSpPr/>
            <p:nvPr/>
          </p:nvSpPr>
          <p:spPr>
            <a:xfrm>
              <a:off x="5631978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37" name="직사각형 1336">
              <a:extLst>
                <a:ext uri="{FF2B5EF4-FFF2-40B4-BE49-F238E27FC236}">
                  <a16:creationId xmlns:a16="http://schemas.microsoft.com/office/drawing/2014/main" id="{2DE5AE5A-FE55-CBC2-A5A7-794D580E7835}"/>
                </a:ext>
              </a:extLst>
            </p:cNvPr>
            <p:cNvSpPr/>
            <p:nvPr/>
          </p:nvSpPr>
          <p:spPr>
            <a:xfrm>
              <a:off x="5831870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38" name="직사각형 1337">
              <a:extLst>
                <a:ext uri="{FF2B5EF4-FFF2-40B4-BE49-F238E27FC236}">
                  <a16:creationId xmlns:a16="http://schemas.microsoft.com/office/drawing/2014/main" id="{EF60C58D-579A-EB0A-777A-0AA8CCE7ABCC}"/>
                </a:ext>
              </a:extLst>
            </p:cNvPr>
            <p:cNvSpPr/>
            <p:nvPr/>
          </p:nvSpPr>
          <p:spPr>
            <a:xfrm>
              <a:off x="5434702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39" name="직사각형 1338">
              <a:extLst>
                <a:ext uri="{FF2B5EF4-FFF2-40B4-BE49-F238E27FC236}">
                  <a16:creationId xmlns:a16="http://schemas.microsoft.com/office/drawing/2014/main" id="{DDF1CC6D-5A9A-0661-A5C5-E79DF7F2B6C2}"/>
                </a:ext>
              </a:extLst>
            </p:cNvPr>
            <p:cNvSpPr/>
            <p:nvPr/>
          </p:nvSpPr>
          <p:spPr>
            <a:xfrm>
              <a:off x="5631978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40" name="직사각형 1339">
              <a:extLst>
                <a:ext uri="{FF2B5EF4-FFF2-40B4-BE49-F238E27FC236}">
                  <a16:creationId xmlns:a16="http://schemas.microsoft.com/office/drawing/2014/main" id="{1618384B-3B0D-4B7D-64DE-5545EF0C9522}"/>
                </a:ext>
              </a:extLst>
            </p:cNvPr>
            <p:cNvSpPr/>
            <p:nvPr/>
          </p:nvSpPr>
          <p:spPr>
            <a:xfrm>
              <a:off x="5831870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41" name="직사각형 1340">
              <a:extLst>
                <a:ext uri="{FF2B5EF4-FFF2-40B4-BE49-F238E27FC236}">
                  <a16:creationId xmlns:a16="http://schemas.microsoft.com/office/drawing/2014/main" id="{76149745-D05C-2B84-137F-5D2B69CEBA9B}"/>
                </a:ext>
              </a:extLst>
            </p:cNvPr>
            <p:cNvSpPr/>
            <p:nvPr/>
          </p:nvSpPr>
          <p:spPr>
            <a:xfrm>
              <a:off x="5434702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42" name="직사각형 1341">
              <a:extLst>
                <a:ext uri="{FF2B5EF4-FFF2-40B4-BE49-F238E27FC236}">
                  <a16:creationId xmlns:a16="http://schemas.microsoft.com/office/drawing/2014/main" id="{3545D401-F9C1-3121-9586-97FEB15362AF}"/>
                </a:ext>
              </a:extLst>
            </p:cNvPr>
            <p:cNvSpPr/>
            <p:nvPr/>
          </p:nvSpPr>
          <p:spPr>
            <a:xfrm>
              <a:off x="5631978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43" name="직사각형 1342">
              <a:extLst>
                <a:ext uri="{FF2B5EF4-FFF2-40B4-BE49-F238E27FC236}">
                  <a16:creationId xmlns:a16="http://schemas.microsoft.com/office/drawing/2014/main" id="{347C0D30-709C-7BEF-2F38-DBA9E33FAE3C}"/>
                </a:ext>
              </a:extLst>
            </p:cNvPr>
            <p:cNvSpPr/>
            <p:nvPr/>
          </p:nvSpPr>
          <p:spPr>
            <a:xfrm>
              <a:off x="5831870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359" name="그룹 1358">
            <a:extLst>
              <a:ext uri="{FF2B5EF4-FFF2-40B4-BE49-F238E27FC236}">
                <a16:creationId xmlns:a16="http://schemas.microsoft.com/office/drawing/2014/main" id="{11B7420F-9B04-B53E-A90D-1BA32345EC8B}"/>
              </a:ext>
            </a:extLst>
          </p:cNvPr>
          <p:cNvGrpSpPr/>
          <p:nvPr/>
        </p:nvGrpSpPr>
        <p:grpSpPr>
          <a:xfrm>
            <a:off x="3913832" y="1394842"/>
            <a:ext cx="426936" cy="306542"/>
            <a:chOff x="5336088" y="8746284"/>
            <a:chExt cx="915275" cy="657172"/>
          </a:xfrm>
          <a:scene3d>
            <a:camera prst="orthographicFront">
              <a:rot lat="19080000" lon="17220000" rev="3960000"/>
            </a:camera>
            <a:lightRig rig="threePt" dir="t"/>
          </a:scene3d>
        </p:grpSpPr>
        <p:sp>
          <p:nvSpPr>
            <p:cNvPr id="1360" name="모서리가 둥근 직사각형 1359">
              <a:extLst>
                <a:ext uri="{FF2B5EF4-FFF2-40B4-BE49-F238E27FC236}">
                  <a16:creationId xmlns:a16="http://schemas.microsoft.com/office/drawing/2014/main" id="{310B0C99-E42D-E426-B243-C0F43AB59D88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61" name="삼각형 1360">
              <a:extLst>
                <a:ext uri="{FF2B5EF4-FFF2-40B4-BE49-F238E27FC236}">
                  <a16:creationId xmlns:a16="http://schemas.microsoft.com/office/drawing/2014/main" id="{35333B5E-782C-CC2F-E4C4-9FB23A9EED53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62" name="삼각형 1361">
              <a:extLst>
                <a:ext uri="{FF2B5EF4-FFF2-40B4-BE49-F238E27FC236}">
                  <a16:creationId xmlns:a16="http://schemas.microsoft.com/office/drawing/2014/main" id="{311D2AAF-D53F-5C09-C6AC-6841FF3E7B65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cxnSp>
        <p:nvCxnSpPr>
          <p:cNvPr id="35" name="직선 연결선[R] 34">
            <a:extLst>
              <a:ext uri="{FF2B5EF4-FFF2-40B4-BE49-F238E27FC236}">
                <a16:creationId xmlns:a16="http://schemas.microsoft.com/office/drawing/2014/main" id="{F6373E60-E6C4-7C7D-37F1-ADD8F776C9D6}"/>
              </a:ext>
            </a:extLst>
          </p:cNvPr>
          <p:cNvCxnSpPr>
            <a:cxnSpLocks/>
          </p:cNvCxnSpPr>
          <p:nvPr/>
        </p:nvCxnSpPr>
        <p:spPr>
          <a:xfrm flipH="1" flipV="1">
            <a:off x="4321123" y="463599"/>
            <a:ext cx="464710" cy="1291699"/>
          </a:xfrm>
          <a:prstGeom prst="line">
            <a:avLst/>
          </a:prstGeom>
          <a:ln w="19050">
            <a:solidFill>
              <a:srgbClr val="5F5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E1FC00E7-E16A-FDF8-6059-3FEFD95F63C8}"/>
              </a:ext>
            </a:extLst>
          </p:cNvPr>
          <p:cNvCxnSpPr>
            <a:cxnSpLocks/>
          </p:cNvCxnSpPr>
          <p:nvPr/>
        </p:nvCxnSpPr>
        <p:spPr>
          <a:xfrm flipH="1" flipV="1">
            <a:off x="5241311" y="1202486"/>
            <a:ext cx="480812" cy="860812"/>
          </a:xfrm>
          <a:prstGeom prst="line">
            <a:avLst/>
          </a:prstGeom>
          <a:ln w="19050">
            <a:solidFill>
              <a:srgbClr val="5F5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05EB747-F542-032E-2D8D-8571EFA8B2F8}"/>
              </a:ext>
            </a:extLst>
          </p:cNvPr>
          <p:cNvGrpSpPr/>
          <p:nvPr/>
        </p:nvGrpSpPr>
        <p:grpSpPr>
          <a:xfrm>
            <a:off x="4085502" y="453375"/>
            <a:ext cx="1459849" cy="1878386"/>
            <a:chOff x="12482842" y="3329602"/>
            <a:chExt cx="1459849" cy="1878386"/>
          </a:xfrm>
        </p:grpSpPr>
        <p:cxnSp>
          <p:nvCxnSpPr>
            <p:cNvPr id="37" name="직선 연결선[R] 40">
              <a:extLst>
                <a:ext uri="{FF2B5EF4-FFF2-40B4-BE49-F238E27FC236}">
                  <a16:creationId xmlns:a16="http://schemas.microsoft.com/office/drawing/2014/main" id="{6F697203-8A00-0E6C-3229-6FEC7BC842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235697" y="3667827"/>
              <a:ext cx="346709" cy="96369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직선 연결선[R] 40">
              <a:extLst>
                <a:ext uri="{FF2B5EF4-FFF2-40B4-BE49-F238E27FC236}">
                  <a16:creationId xmlns:a16="http://schemas.microsoft.com/office/drawing/2014/main" id="{5AAD1137-2009-602C-B1EC-5791105D4C5E}"/>
                </a:ext>
              </a:extLst>
            </p:cNvPr>
            <p:cNvCxnSpPr>
              <a:cxnSpLocks/>
            </p:cNvCxnSpPr>
            <p:nvPr/>
          </p:nvCxnSpPr>
          <p:spPr>
            <a:xfrm>
              <a:off x="13634972" y="3667827"/>
              <a:ext cx="307719" cy="95205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직선 연결선[R] 40">
              <a:extLst>
                <a:ext uri="{FF2B5EF4-FFF2-40B4-BE49-F238E27FC236}">
                  <a16:creationId xmlns:a16="http://schemas.microsoft.com/office/drawing/2014/main" id="{7050AAD4-AE19-D6EC-307B-F52391C25B30}"/>
                </a:ext>
              </a:extLst>
            </p:cNvPr>
            <p:cNvCxnSpPr>
              <a:cxnSpLocks/>
            </p:cNvCxnSpPr>
            <p:nvPr/>
          </p:nvCxnSpPr>
          <p:spPr>
            <a:xfrm>
              <a:off x="13604062" y="3653084"/>
              <a:ext cx="324895" cy="118261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직선 연결선[R] 40">
              <a:extLst>
                <a:ext uri="{FF2B5EF4-FFF2-40B4-BE49-F238E27FC236}">
                  <a16:creationId xmlns:a16="http://schemas.microsoft.com/office/drawing/2014/main" id="{7E4E37DD-297D-B7B1-C1CF-DE04FAD12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05471" y="4073513"/>
              <a:ext cx="138101" cy="113447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직선 연결선[R] 40">
              <a:extLst>
                <a:ext uri="{FF2B5EF4-FFF2-40B4-BE49-F238E27FC236}">
                  <a16:creationId xmlns:a16="http://schemas.microsoft.com/office/drawing/2014/main" id="{BABBCAA5-116F-7896-6D57-25F0C59FA6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82842" y="3329602"/>
              <a:ext cx="118922" cy="105390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직선 연결선[R] 40">
              <a:extLst>
                <a:ext uri="{FF2B5EF4-FFF2-40B4-BE49-F238E27FC236}">
                  <a16:creationId xmlns:a16="http://schemas.microsoft.com/office/drawing/2014/main" id="{07C04B75-C4C5-C119-735D-5DD1B43D516D}"/>
                </a:ext>
              </a:extLst>
            </p:cNvPr>
            <p:cNvCxnSpPr>
              <a:cxnSpLocks/>
            </p:cNvCxnSpPr>
            <p:nvPr/>
          </p:nvCxnSpPr>
          <p:spPr>
            <a:xfrm>
              <a:off x="12635221" y="3342178"/>
              <a:ext cx="583993" cy="98673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86B8BAEA-2736-B4C3-9C1D-1A0A1242712A}"/>
              </a:ext>
            </a:extLst>
          </p:cNvPr>
          <p:cNvGrpSpPr/>
          <p:nvPr/>
        </p:nvGrpSpPr>
        <p:grpSpPr>
          <a:xfrm>
            <a:off x="2711610" y="183123"/>
            <a:ext cx="5127234" cy="1110403"/>
            <a:chOff x="11336656" y="4720846"/>
            <a:chExt cx="5127234" cy="884771"/>
          </a:xfrm>
          <a:solidFill>
            <a:srgbClr val="E3DEFF">
              <a:alpha val="60000"/>
            </a:srgbClr>
          </a:solidFill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AAB4B2E-321F-5739-F75B-FA651C0143CC}"/>
                </a:ext>
              </a:extLst>
            </p:cNvPr>
            <p:cNvSpPr/>
            <p:nvPr/>
          </p:nvSpPr>
          <p:spPr>
            <a:xfrm>
              <a:off x="13644352" y="4720846"/>
              <a:ext cx="519057" cy="88471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12" name="직각 삼각형[R] 2">
              <a:extLst>
                <a:ext uri="{FF2B5EF4-FFF2-40B4-BE49-F238E27FC236}">
                  <a16:creationId xmlns:a16="http://schemas.microsoft.com/office/drawing/2014/main" id="{2C3C3BDB-CADE-91F3-190C-6A3214748F53}"/>
                </a:ext>
              </a:extLst>
            </p:cNvPr>
            <p:cNvSpPr/>
            <p:nvPr/>
          </p:nvSpPr>
          <p:spPr>
            <a:xfrm rot="10800000">
              <a:off x="11336656" y="4722941"/>
              <a:ext cx="2307695" cy="87719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19" name="직각 삼각형[R] 5">
              <a:extLst>
                <a:ext uri="{FF2B5EF4-FFF2-40B4-BE49-F238E27FC236}">
                  <a16:creationId xmlns:a16="http://schemas.microsoft.com/office/drawing/2014/main" id="{E9F39A52-6CF9-79A4-1E1A-EF8CE0FE2134}"/>
                </a:ext>
              </a:extLst>
            </p:cNvPr>
            <p:cNvSpPr/>
            <p:nvPr/>
          </p:nvSpPr>
          <p:spPr>
            <a:xfrm>
              <a:off x="14156195" y="4728421"/>
              <a:ext cx="2307695" cy="877196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</p:grpSp>
      <p:pic>
        <p:nvPicPr>
          <p:cNvPr id="20" name="Picture 2" descr="Webpage - Free seo and web icons">
            <a:extLst>
              <a:ext uri="{FF2B5EF4-FFF2-40B4-BE49-F238E27FC236}">
                <a16:creationId xmlns:a16="http://schemas.microsoft.com/office/drawing/2014/main" id="{979C550A-227E-5A18-9DD4-D49A5CDE89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3955092" y="163569"/>
            <a:ext cx="556232" cy="461665"/>
          </a:xfrm>
          <a:prstGeom prst="rect">
            <a:avLst/>
          </a:prstGeom>
          <a:noFill/>
          <a:scene3d>
            <a:camera prst="orthographicFront">
              <a:rot lat="19080000" lon="17220000" rev="396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Webpage - Free seo and web icons">
            <a:extLst>
              <a:ext uri="{FF2B5EF4-FFF2-40B4-BE49-F238E27FC236}">
                <a16:creationId xmlns:a16="http://schemas.microsoft.com/office/drawing/2014/main" id="{735AE64D-0992-4120-E11F-E10DF9151A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4913730" y="471309"/>
            <a:ext cx="556232" cy="461665"/>
          </a:xfrm>
          <a:prstGeom prst="rect">
            <a:avLst/>
          </a:prstGeom>
          <a:noFill/>
          <a:scene3d>
            <a:camera prst="orthographicFront">
              <a:rot lat="19080000" lon="17220000" rev="396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Webpage - Free seo and web icons">
            <a:extLst>
              <a:ext uri="{FF2B5EF4-FFF2-40B4-BE49-F238E27FC236}">
                <a16:creationId xmlns:a16="http://schemas.microsoft.com/office/drawing/2014/main" id="{95985963-56E1-16B0-97AC-D39235F324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4924304" y="919003"/>
            <a:ext cx="556232" cy="461665"/>
          </a:xfrm>
          <a:prstGeom prst="rect">
            <a:avLst/>
          </a:prstGeom>
          <a:noFill/>
          <a:scene3d>
            <a:camera prst="orthographicFront">
              <a:rot lat="19080000" lon="17220000" rev="396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E9135708-6D58-32AC-F757-D7DD2180DF2B}"/>
              </a:ext>
            </a:extLst>
          </p:cNvPr>
          <p:cNvGrpSpPr/>
          <p:nvPr/>
        </p:nvGrpSpPr>
        <p:grpSpPr>
          <a:xfrm>
            <a:off x="6624497" y="3977108"/>
            <a:ext cx="528176" cy="379233"/>
            <a:chOff x="5336088" y="8746284"/>
            <a:chExt cx="915275" cy="657172"/>
          </a:xfrm>
        </p:grpSpPr>
        <p:sp>
          <p:nvSpPr>
            <p:cNvPr id="25" name="모서리가 둥근 직사각형 2221">
              <a:extLst>
                <a:ext uri="{FF2B5EF4-FFF2-40B4-BE49-F238E27FC236}">
                  <a16:creationId xmlns:a16="http://schemas.microsoft.com/office/drawing/2014/main" id="{FCF9F7C8-8E45-CACC-DAEB-B7BFF70B83A8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7" name="삼각형 2222">
              <a:extLst>
                <a:ext uri="{FF2B5EF4-FFF2-40B4-BE49-F238E27FC236}">
                  <a16:creationId xmlns:a16="http://schemas.microsoft.com/office/drawing/2014/main" id="{8CF7C8CB-B335-0101-175D-4536474422E7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9" name="삼각형 2223">
              <a:extLst>
                <a:ext uri="{FF2B5EF4-FFF2-40B4-BE49-F238E27FC236}">
                  <a16:creationId xmlns:a16="http://schemas.microsoft.com/office/drawing/2014/main" id="{0F0CAC7A-0A5D-45F5-E4A8-6C70AFD362F9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A89B85F9-E6A1-D4B6-4EB9-26CAFD782C2D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C6B062D-0899-1449-7F73-9DB365B3CD32}"/>
              </a:ext>
            </a:extLst>
          </p:cNvPr>
          <p:cNvSpPr txBox="1"/>
          <p:nvPr/>
        </p:nvSpPr>
        <p:spPr>
          <a:xfrm>
            <a:off x="7236791" y="3922728"/>
            <a:ext cx="52039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ko-KR" sz="1600" b="1" dirty="0"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</a:p>
          <a:p>
            <a:pPr algn="ctr"/>
            <a:r>
              <a:rPr kumimoji="1" lang="en-US" altLang="ko-KR" sz="1600" b="1" dirty="0">
                <a:latin typeface="Calibri" panose="020F0502020204030204" pitchFamily="34" charset="0"/>
                <a:cs typeface="Calibri" panose="020F0502020204030204" pitchFamily="34" charset="0"/>
              </a:rPr>
              <a:t>node</a:t>
            </a:r>
            <a:endParaRPr kumimoji="1" lang="ko-KR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BFC81A5-B64D-6AF9-0C45-89C08016347D}"/>
              </a:ext>
            </a:extLst>
          </p:cNvPr>
          <p:cNvGrpSpPr/>
          <p:nvPr/>
        </p:nvGrpSpPr>
        <p:grpSpPr>
          <a:xfrm>
            <a:off x="4231906" y="3969335"/>
            <a:ext cx="331579" cy="416261"/>
            <a:chOff x="1362075" y="-518320"/>
            <a:chExt cx="487373" cy="611844"/>
          </a:xfrm>
        </p:grpSpPr>
        <p:sp>
          <p:nvSpPr>
            <p:cNvPr id="36" name="모서리가 둥근 직사각형 2227">
              <a:extLst>
                <a:ext uri="{FF2B5EF4-FFF2-40B4-BE49-F238E27FC236}">
                  <a16:creationId xmlns:a16="http://schemas.microsoft.com/office/drawing/2014/main" id="{0B479974-8E43-7E84-FF27-07C89053C3B2}"/>
                </a:ext>
              </a:extLst>
            </p:cNvPr>
            <p:cNvSpPr/>
            <p:nvPr/>
          </p:nvSpPr>
          <p:spPr>
            <a:xfrm>
              <a:off x="1362075" y="-518320"/>
              <a:ext cx="487373" cy="611844"/>
            </a:xfrm>
            <a:prstGeom prst="roundRect">
              <a:avLst/>
            </a:prstGeom>
            <a:solidFill>
              <a:srgbClr val="B9D3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9" name="직선 연결선[R] 2230">
              <a:extLst>
                <a:ext uri="{FF2B5EF4-FFF2-40B4-BE49-F238E27FC236}">
                  <a16:creationId xmlns:a16="http://schemas.microsoft.com/office/drawing/2014/main" id="{050BD15D-77D6-629F-2D34-E8D94A51DAD4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[R] 2231">
              <a:extLst>
                <a:ext uri="{FF2B5EF4-FFF2-40B4-BE49-F238E27FC236}">
                  <a16:creationId xmlns:a16="http://schemas.microsoft.com/office/drawing/2014/main" id="{DB85D789-CDE4-AB1B-EC54-B88ADA5BD783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1340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[R] 2232">
              <a:extLst>
                <a:ext uri="{FF2B5EF4-FFF2-40B4-BE49-F238E27FC236}">
                  <a16:creationId xmlns:a16="http://schemas.microsoft.com/office/drawing/2014/main" id="{02DB3DA1-8E53-3BF8-016C-D0170420CDDA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605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01F16B64-3E59-B3B7-7E96-2BD9BD855C25}"/>
              </a:ext>
            </a:extLst>
          </p:cNvPr>
          <p:cNvSpPr txBox="1"/>
          <p:nvPr/>
        </p:nvSpPr>
        <p:spPr>
          <a:xfrm>
            <a:off x="4622914" y="3931245"/>
            <a:ext cx="43441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ko-KR" sz="1600" b="1" dirty="0">
                <a:latin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  <a:p>
            <a:pPr algn="ctr"/>
            <a:r>
              <a:rPr kumimoji="1" lang="en-US" altLang="ko-KR" sz="1600" b="1" dirty="0">
                <a:latin typeface="Calibri" panose="020F0502020204030204" pitchFamily="34" charset="0"/>
                <a:cs typeface="Calibri" panose="020F0502020204030204" pitchFamily="34" charset="0"/>
              </a:rPr>
              <a:t>node</a:t>
            </a:r>
            <a:endParaRPr kumimoji="1" lang="ko-KR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E6C41C7-1D02-DFEF-0C21-149615CEF2F8}"/>
              </a:ext>
            </a:extLst>
          </p:cNvPr>
          <p:cNvGrpSpPr/>
          <p:nvPr/>
        </p:nvGrpSpPr>
        <p:grpSpPr>
          <a:xfrm>
            <a:off x="5337008" y="3991384"/>
            <a:ext cx="485223" cy="333496"/>
            <a:chOff x="5393974" y="4966800"/>
            <a:chExt cx="651294" cy="447637"/>
          </a:xfrm>
        </p:grpSpPr>
        <p:sp>
          <p:nvSpPr>
            <p:cNvPr id="49" name="양쪽 모서리가 둥근 사각형 2235">
              <a:extLst>
                <a:ext uri="{FF2B5EF4-FFF2-40B4-BE49-F238E27FC236}">
                  <a16:creationId xmlns:a16="http://schemas.microsoft.com/office/drawing/2014/main" id="{8915B657-B721-F5FC-E9B2-57B706A680B6}"/>
                </a:ext>
              </a:extLst>
            </p:cNvPr>
            <p:cNvSpPr/>
            <p:nvPr/>
          </p:nvSpPr>
          <p:spPr>
            <a:xfrm>
              <a:off x="5393974" y="4966800"/>
              <a:ext cx="651294" cy="447637"/>
            </a:xfrm>
            <a:prstGeom prst="round2Same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9CC48B9-2449-EECD-FB0F-094D6F93E0CE}"/>
                </a:ext>
              </a:extLst>
            </p:cNvPr>
            <p:cNvSpPr/>
            <p:nvPr/>
          </p:nvSpPr>
          <p:spPr>
            <a:xfrm>
              <a:off x="5434702" y="5110289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1F407DE0-787A-8C34-06FA-B9CF22B1A1C0}"/>
                </a:ext>
              </a:extLst>
            </p:cNvPr>
            <p:cNvSpPr/>
            <p:nvPr/>
          </p:nvSpPr>
          <p:spPr>
            <a:xfrm>
              <a:off x="5631978" y="5110289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3DBB82D4-EB89-E95E-A04B-110ADD76B96B}"/>
                </a:ext>
              </a:extLst>
            </p:cNvPr>
            <p:cNvSpPr/>
            <p:nvPr/>
          </p:nvSpPr>
          <p:spPr>
            <a:xfrm>
              <a:off x="5831870" y="5110289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888F1FB7-7D84-2062-816A-ACB8DBB7DDB4}"/>
                </a:ext>
              </a:extLst>
            </p:cNvPr>
            <p:cNvSpPr/>
            <p:nvPr/>
          </p:nvSpPr>
          <p:spPr>
            <a:xfrm>
              <a:off x="5434702" y="5254670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427F4227-2FA9-A781-6B0A-63276ABD95C9}"/>
                </a:ext>
              </a:extLst>
            </p:cNvPr>
            <p:cNvSpPr/>
            <p:nvPr/>
          </p:nvSpPr>
          <p:spPr>
            <a:xfrm>
              <a:off x="5631978" y="5254670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AB57CFF2-386D-0D41-3EE8-3B5BE329BA7C}"/>
                </a:ext>
              </a:extLst>
            </p:cNvPr>
            <p:cNvSpPr/>
            <p:nvPr/>
          </p:nvSpPr>
          <p:spPr>
            <a:xfrm>
              <a:off x="5831870" y="5254670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857" name="TextBox 1856">
            <a:extLst>
              <a:ext uri="{FF2B5EF4-FFF2-40B4-BE49-F238E27FC236}">
                <a16:creationId xmlns:a16="http://schemas.microsoft.com/office/drawing/2014/main" id="{332545AE-E024-4ABB-9D57-69CAB7BBE97E}"/>
              </a:ext>
            </a:extLst>
          </p:cNvPr>
          <p:cNvSpPr txBox="1"/>
          <p:nvPr/>
        </p:nvSpPr>
        <p:spPr>
          <a:xfrm>
            <a:off x="5892261" y="3931245"/>
            <a:ext cx="449354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ko-KR" sz="1600" b="1" dirty="0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</a:p>
          <a:p>
            <a:pPr algn="ctr"/>
            <a:r>
              <a:rPr kumimoji="1" lang="en-US" altLang="ko-KR" sz="1600" b="1" dirty="0">
                <a:latin typeface="Calibri" panose="020F0502020204030204" pitchFamily="34" charset="0"/>
                <a:cs typeface="Calibri" panose="020F0502020204030204" pitchFamily="34" charset="0"/>
              </a:rPr>
              <a:t>node</a:t>
            </a:r>
            <a:endParaRPr kumimoji="1" lang="ko-KR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8" name="TextBox 1857">
                <a:extLst>
                  <a:ext uri="{FF2B5EF4-FFF2-40B4-BE49-F238E27FC236}">
                    <a16:creationId xmlns:a16="http://schemas.microsoft.com/office/drawing/2014/main" id="{9C6336BA-C386-A410-03DA-89D1C6FAF449}"/>
                  </a:ext>
                </a:extLst>
              </p:cNvPr>
              <p:cNvSpPr txBox="1"/>
              <p:nvPr/>
            </p:nvSpPr>
            <p:spPr>
              <a:xfrm flipH="1">
                <a:off x="6412403" y="741453"/>
                <a:ext cx="405715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3000" i="1">
                              <a:solidFill>
                                <a:srgbClr val="812C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3000" i="1">
                              <a:solidFill>
                                <a:srgbClr val="812C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ko-KR" sz="3000" i="1">
                              <a:solidFill>
                                <a:srgbClr val="812C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3000" dirty="0">
                  <a:solidFill>
                    <a:srgbClr val="812CF0"/>
                  </a:solidFill>
                </a:endParaRPr>
              </a:p>
            </p:txBody>
          </p:sp>
        </mc:Choice>
        <mc:Fallback xmlns="">
          <p:sp>
            <p:nvSpPr>
              <p:cNvPr id="1858" name="TextBox 1857">
                <a:extLst>
                  <a:ext uri="{FF2B5EF4-FFF2-40B4-BE49-F238E27FC236}">
                    <a16:creationId xmlns:a16="http://schemas.microsoft.com/office/drawing/2014/main" id="{9C6336BA-C386-A410-03DA-89D1C6FAF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12403" y="741453"/>
                <a:ext cx="405715" cy="553998"/>
              </a:xfrm>
              <a:prstGeom prst="rect">
                <a:avLst/>
              </a:prstGeom>
              <a:blipFill>
                <a:blip r:embed="rId9"/>
                <a:stretch>
                  <a:fillRect r="-60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0" name="TextBox 1859">
                <a:extLst>
                  <a:ext uri="{FF2B5EF4-FFF2-40B4-BE49-F238E27FC236}">
                    <a16:creationId xmlns:a16="http://schemas.microsoft.com/office/drawing/2014/main" id="{EB86EEB2-8247-407C-6D7E-5377E6DD1FB0}"/>
                  </a:ext>
                </a:extLst>
              </p:cNvPr>
              <p:cNvSpPr txBox="1"/>
              <p:nvPr/>
            </p:nvSpPr>
            <p:spPr>
              <a:xfrm flipH="1">
                <a:off x="6412403" y="1916718"/>
                <a:ext cx="405715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3000" i="1">
                              <a:solidFill>
                                <a:srgbClr val="812C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3000" i="1">
                              <a:solidFill>
                                <a:srgbClr val="812C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ko-KR" sz="3000" i="1">
                              <a:solidFill>
                                <a:srgbClr val="812C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000" dirty="0">
                  <a:solidFill>
                    <a:srgbClr val="812CF0"/>
                  </a:solidFill>
                </a:endParaRPr>
              </a:p>
            </p:txBody>
          </p:sp>
        </mc:Choice>
        <mc:Fallback xmlns="">
          <p:sp>
            <p:nvSpPr>
              <p:cNvPr id="1860" name="TextBox 1859">
                <a:extLst>
                  <a:ext uri="{FF2B5EF4-FFF2-40B4-BE49-F238E27FC236}">
                    <a16:creationId xmlns:a16="http://schemas.microsoft.com/office/drawing/2014/main" id="{EB86EEB2-8247-407C-6D7E-5377E6DD1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12403" y="1916718"/>
                <a:ext cx="405715" cy="553998"/>
              </a:xfrm>
              <a:prstGeom prst="rect">
                <a:avLst/>
              </a:prstGeom>
              <a:blipFill>
                <a:blip r:embed="rId10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2" name="TextBox 1861">
                <a:extLst>
                  <a:ext uri="{FF2B5EF4-FFF2-40B4-BE49-F238E27FC236}">
                    <a16:creationId xmlns:a16="http://schemas.microsoft.com/office/drawing/2014/main" id="{D3D703D4-4161-2D12-8324-800656947871}"/>
                  </a:ext>
                </a:extLst>
              </p:cNvPr>
              <p:cNvSpPr txBox="1"/>
              <p:nvPr/>
            </p:nvSpPr>
            <p:spPr>
              <a:xfrm flipH="1">
                <a:off x="6412403" y="3101909"/>
                <a:ext cx="405715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3000" i="1">
                              <a:solidFill>
                                <a:srgbClr val="812C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3000" i="1">
                              <a:solidFill>
                                <a:srgbClr val="812C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ko-KR" sz="3000" i="1">
                              <a:solidFill>
                                <a:srgbClr val="812C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000" dirty="0">
                  <a:solidFill>
                    <a:srgbClr val="812CF0"/>
                  </a:solidFill>
                </a:endParaRPr>
              </a:p>
            </p:txBody>
          </p:sp>
        </mc:Choice>
        <mc:Fallback xmlns="">
          <p:sp>
            <p:nvSpPr>
              <p:cNvPr id="1862" name="TextBox 1861">
                <a:extLst>
                  <a:ext uri="{FF2B5EF4-FFF2-40B4-BE49-F238E27FC236}">
                    <a16:creationId xmlns:a16="http://schemas.microsoft.com/office/drawing/2014/main" id="{D3D703D4-4161-2D12-8324-800656947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12403" y="3101909"/>
                <a:ext cx="405715" cy="553998"/>
              </a:xfrm>
              <a:prstGeom prst="rect">
                <a:avLst/>
              </a:prstGeom>
              <a:blipFill>
                <a:blip r:embed="rId11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72" name="직선 연결선[R] 2360">
            <a:extLst>
              <a:ext uri="{FF2B5EF4-FFF2-40B4-BE49-F238E27FC236}">
                <a16:creationId xmlns:a16="http://schemas.microsoft.com/office/drawing/2014/main" id="{D4F76298-FCB7-FD5D-F964-EF172F9C8D8E}"/>
              </a:ext>
            </a:extLst>
          </p:cNvPr>
          <p:cNvCxnSpPr>
            <a:cxnSpLocks/>
          </p:cNvCxnSpPr>
          <p:nvPr/>
        </p:nvCxnSpPr>
        <p:spPr>
          <a:xfrm>
            <a:off x="2734407" y="4559197"/>
            <a:ext cx="47446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4" name="TextBox 1873">
            <a:extLst>
              <a:ext uri="{FF2B5EF4-FFF2-40B4-BE49-F238E27FC236}">
                <a16:creationId xmlns:a16="http://schemas.microsoft.com/office/drawing/2014/main" id="{337CCE77-E32C-E45E-B89C-F40B114F7CED}"/>
              </a:ext>
            </a:extLst>
          </p:cNvPr>
          <p:cNvSpPr txBox="1"/>
          <p:nvPr/>
        </p:nvSpPr>
        <p:spPr>
          <a:xfrm>
            <a:off x="3253173" y="4429434"/>
            <a:ext cx="16373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1600" b="1" dirty="0">
                <a:latin typeface="Calibri" panose="020F0502020204030204" pitchFamily="34" charset="0"/>
                <a:cs typeface="Calibri" panose="020F0502020204030204" pitchFamily="34" charset="0"/>
              </a:rPr>
              <a:t>Hierarchical edge</a:t>
            </a:r>
            <a:endParaRPr kumimoji="1" lang="ko-KR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75" name="직선 연결선[R] 2360">
            <a:extLst>
              <a:ext uri="{FF2B5EF4-FFF2-40B4-BE49-F238E27FC236}">
                <a16:creationId xmlns:a16="http://schemas.microsoft.com/office/drawing/2014/main" id="{75A0B420-5F35-3B93-096A-DC5CDCFA9B74}"/>
              </a:ext>
            </a:extLst>
          </p:cNvPr>
          <p:cNvCxnSpPr>
            <a:cxnSpLocks/>
          </p:cNvCxnSpPr>
          <p:nvPr/>
        </p:nvCxnSpPr>
        <p:spPr>
          <a:xfrm>
            <a:off x="5302225" y="4576130"/>
            <a:ext cx="548640" cy="0"/>
          </a:xfrm>
          <a:prstGeom prst="line">
            <a:avLst/>
          </a:prstGeom>
          <a:ln w="28575">
            <a:solidFill>
              <a:srgbClr val="5E5EF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6" name="TextBox 1875">
            <a:extLst>
              <a:ext uri="{FF2B5EF4-FFF2-40B4-BE49-F238E27FC236}">
                <a16:creationId xmlns:a16="http://schemas.microsoft.com/office/drawing/2014/main" id="{7A8D5B3B-7C0E-AC26-8989-9ABCF7130B53}"/>
              </a:ext>
            </a:extLst>
          </p:cNvPr>
          <p:cNvSpPr txBox="1"/>
          <p:nvPr/>
        </p:nvSpPr>
        <p:spPr>
          <a:xfrm>
            <a:off x="5625790" y="4444973"/>
            <a:ext cx="225584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1600" b="1" dirty="0">
                <a:latin typeface="Calibri" panose="020F0502020204030204" pitchFamily="34" charset="0"/>
                <a:cs typeface="Calibri" panose="020F0502020204030204" pitchFamily="34" charset="0"/>
              </a:rPr>
              <a:t>Navigational edge</a:t>
            </a:r>
            <a:endParaRPr kumimoji="1" lang="ko-KR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82" name="사각형: 둥근 모서리 1881">
            <a:extLst>
              <a:ext uri="{FF2B5EF4-FFF2-40B4-BE49-F238E27FC236}">
                <a16:creationId xmlns:a16="http://schemas.microsoft.com/office/drawing/2014/main" id="{8DA3FC8F-3705-EB9B-BB52-E66D6982F760}"/>
              </a:ext>
            </a:extLst>
          </p:cNvPr>
          <p:cNvSpPr/>
          <p:nvPr/>
        </p:nvSpPr>
        <p:spPr>
          <a:xfrm>
            <a:off x="2537701" y="3801698"/>
            <a:ext cx="5402267" cy="967296"/>
          </a:xfrm>
          <a:prstGeom prst="roundRect">
            <a:avLst/>
          </a:prstGeom>
          <a:noFill/>
          <a:ln w="28575">
            <a:solidFill>
              <a:srgbClr val="4576F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Picture 2" descr="Webpage - Free seo and web icons">
            <a:extLst>
              <a:ext uri="{FF2B5EF4-FFF2-40B4-BE49-F238E27FC236}">
                <a16:creationId xmlns:a16="http://schemas.microsoft.com/office/drawing/2014/main" id="{29E09981-3940-F4EA-3371-3A29EFAD3B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2664345" y="3973467"/>
            <a:ext cx="452940" cy="375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58E3FF1-F939-86A4-C21C-FA32FB0E2C49}"/>
              </a:ext>
            </a:extLst>
          </p:cNvPr>
          <p:cNvSpPr txBox="1"/>
          <p:nvPr/>
        </p:nvSpPr>
        <p:spPr>
          <a:xfrm>
            <a:off x="3037128" y="3903080"/>
            <a:ext cx="112488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1600" b="1" dirty="0">
                <a:latin typeface="Calibri" panose="020F0502020204030204" pitchFamily="34" charset="0"/>
                <a:cs typeface="Calibri" panose="020F0502020204030204" pitchFamily="34" charset="0"/>
              </a:rPr>
              <a:t>Document</a:t>
            </a:r>
          </a:p>
          <a:p>
            <a:pPr algn="ctr"/>
            <a:r>
              <a:rPr kumimoji="1" lang="en-US" altLang="ko-KR" sz="1600" b="1" dirty="0">
                <a:latin typeface="Calibri" panose="020F0502020204030204" pitchFamily="34" charset="0"/>
                <a:cs typeface="Calibri" panose="020F0502020204030204" pitchFamily="34" charset="0"/>
              </a:rPr>
              <a:t>node</a:t>
            </a:r>
            <a:endParaRPr kumimoji="1" lang="ko-KR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284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1081</TotalTime>
  <Words>21</Words>
  <Application>Microsoft Office PowerPoint</Application>
  <PresentationFormat>사용자 지정</PresentationFormat>
  <Paragraphs>19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맑은 고딕</vt:lpstr>
      <vt:lpstr>Aptos</vt:lpstr>
      <vt:lpstr>Aptos Display</vt:lpstr>
      <vt:lpstr>Arial</vt:lpstr>
      <vt:lpstr>Calibri</vt:lpstr>
      <vt:lpstr>Cambria Math</vt:lpstr>
      <vt:lpstr>Office 테마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윤주형(무은재 새내기학부)</dc:creator>
  <cp:keywords/>
  <dc:description/>
  <cp:lastModifiedBy>윤주형(컴퓨터공학과)</cp:lastModifiedBy>
  <cp:revision>79</cp:revision>
  <dcterms:created xsi:type="dcterms:W3CDTF">2024-09-10T09:28:44Z</dcterms:created>
  <dcterms:modified xsi:type="dcterms:W3CDTF">2026-01-28T21:41:39Z</dcterms:modified>
  <cp:category/>
</cp:coreProperties>
</file>